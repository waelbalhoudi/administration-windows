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4"/>
  </p:notesMasterIdLst>
  <p:handoutMasterIdLst>
    <p:handoutMasterId r:id="rId45"/>
  </p:handoutMasterIdLst>
  <p:sldIdLst>
    <p:sldId id="257" r:id="rId5"/>
    <p:sldId id="268" r:id="rId6"/>
    <p:sldId id="317" r:id="rId7"/>
    <p:sldId id="274" r:id="rId8"/>
    <p:sldId id="276" r:id="rId9"/>
    <p:sldId id="277" r:id="rId10"/>
    <p:sldId id="278" r:id="rId11"/>
    <p:sldId id="279" r:id="rId12"/>
    <p:sldId id="270" r:id="rId13"/>
    <p:sldId id="303" r:id="rId14"/>
    <p:sldId id="304" r:id="rId15"/>
    <p:sldId id="305" r:id="rId16"/>
    <p:sldId id="306" r:id="rId17"/>
    <p:sldId id="307" r:id="rId18"/>
    <p:sldId id="308" r:id="rId19"/>
    <p:sldId id="309" r:id="rId20"/>
    <p:sldId id="310" r:id="rId21"/>
    <p:sldId id="311" r:id="rId22"/>
    <p:sldId id="312" r:id="rId23"/>
    <p:sldId id="313" r:id="rId24"/>
    <p:sldId id="315" r:id="rId25"/>
    <p:sldId id="314" r:id="rId26"/>
    <p:sldId id="285" r:id="rId27"/>
    <p:sldId id="288" r:id="rId28"/>
    <p:sldId id="289" r:id="rId29"/>
    <p:sldId id="290" r:id="rId30"/>
    <p:sldId id="291" r:id="rId31"/>
    <p:sldId id="293" r:id="rId32"/>
    <p:sldId id="297" r:id="rId33"/>
    <p:sldId id="296" r:id="rId34"/>
    <p:sldId id="294" r:id="rId35"/>
    <p:sldId id="295" r:id="rId36"/>
    <p:sldId id="298" r:id="rId37"/>
    <p:sldId id="272" r:id="rId38"/>
    <p:sldId id="299" r:id="rId39"/>
    <p:sldId id="300" r:id="rId40"/>
    <p:sldId id="302" r:id="rId41"/>
    <p:sldId id="273" r:id="rId42"/>
    <p:sldId id="318" r:id="rId43"/>
  </p:sldIdLst>
  <p:sldSz cx="12188825" cy="6858000"/>
  <p:notesSz cx="6858000" cy="9144000"/>
  <p:defaultTextStyle>
    <a:defPPr rtl="0">
      <a:defRPr lang="fr-FR"/>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5" pos="3839" userDrawn="1">
          <p15:clr>
            <a:srgbClr val="A4A3A4"/>
          </p15:clr>
        </p15:guide>
      </p15:sldGuideLst>
    </p:ext>
    <p:ext uri="{2D200454-40CA-4A62-9FC3-DE9A4176ACB9}">
      <p15:notesGuideLst xmlns:p15="http://schemas.microsoft.com/office/powerpoint/2012/main">
        <p15:guide id="1" orient="horz" pos="2833">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437" autoAdjust="0"/>
  </p:normalViewPr>
  <p:slideViewPr>
    <p:cSldViewPr showGuides="1">
      <p:cViewPr>
        <p:scale>
          <a:sx n="50" d="100"/>
          <a:sy n="50" d="100"/>
        </p:scale>
        <p:origin x="1500" y="708"/>
      </p:cViewPr>
      <p:guideLst>
        <p:guide orient="horz" pos="2125"/>
        <p:guide pos="3839"/>
      </p:guideLst>
    </p:cSldViewPr>
  </p:slideViewPr>
  <p:notesTextViewPr>
    <p:cViewPr>
      <p:scale>
        <a:sx n="1" d="1"/>
        <a:sy n="1" d="1"/>
      </p:scale>
      <p:origin x="0" y="0"/>
    </p:cViewPr>
  </p:notesTextViewPr>
  <p:notesViewPr>
    <p:cSldViewPr showGuides="1">
      <p:cViewPr varScale="1">
        <p:scale>
          <a:sx n="90" d="100"/>
          <a:sy n="90" d="100"/>
        </p:scale>
        <p:origin x="3774" y="84"/>
      </p:cViewPr>
      <p:guideLst>
        <p:guide orient="horz" pos="2833"/>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D8AF6929-4F16-43A6-8368-BF93843271D3}" type="datetime1">
              <a:rPr lang="fr-FR" smtClean="0"/>
              <a:t>08/02/2026</a:t>
            </a:fld>
            <a:endParaRPr lang="fr-FR" dirty="0"/>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79429053-DC2A-4342-ADD4-2FD729D91E2C}" type="slidenum">
              <a:rPr lang="fr-FR" smtClean="0"/>
              <a:t>‹N°›</a:t>
            </a:fld>
            <a:endParaRPr lang="fr-FR" dirty="0"/>
          </a:p>
        </p:txBody>
      </p:sp>
    </p:spTree>
    <p:extLst>
      <p:ext uri="{BB962C8B-B14F-4D97-AF65-F5344CB8AC3E}">
        <p14:creationId xmlns:p14="http://schemas.microsoft.com/office/powerpoint/2010/main" val="23869723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vl1pPr>
          </a:lstStyle>
          <a:p>
            <a:fld id="{4D9CF8A1-AC6C-4B34-A6AF-5306B09514F1}" type="datetime1">
              <a:rPr lang="fr-FR" smtClean="0"/>
              <a:t>08/02/2026</a:t>
            </a:fld>
            <a:endParaRPr lang="fr-FR" dirty="0"/>
          </a:p>
        </p:txBody>
      </p:sp>
      <p:sp>
        <p:nvSpPr>
          <p:cNvPr id="4" name="Espace réservé d’image de diapositiv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fr-FR" dirty="0"/>
          </a:p>
        </p:txBody>
      </p:sp>
      <p:sp>
        <p:nvSpPr>
          <p:cNvPr id="5" name="Espace réservé des not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fr-FR" dirty="0" smtClean="0"/>
              <a:t>Modifiez les styles du texte du masque</a:t>
            </a:r>
          </a:p>
          <a:p>
            <a:pPr lvl="1" rtl="0"/>
            <a:r>
              <a:rPr lang="fr-FR" dirty="0" smtClean="0"/>
              <a:t>Deuxième niveau</a:t>
            </a:r>
          </a:p>
          <a:p>
            <a:pPr lvl="2" rtl="0"/>
            <a:r>
              <a:rPr lang="fr-FR" dirty="0" smtClean="0"/>
              <a:t>Troisième niveau</a:t>
            </a:r>
          </a:p>
          <a:p>
            <a:pPr lvl="3" rtl="0"/>
            <a:r>
              <a:rPr lang="fr-FR" dirty="0" smtClean="0"/>
              <a:t>Quatrième niveau</a:t>
            </a:r>
          </a:p>
          <a:p>
            <a:pPr lvl="4" rtl="0"/>
            <a:r>
              <a:rPr lang="fr-FR" dirty="0" smtClean="0"/>
              <a:t>Cinquième niveau</a:t>
            </a:r>
            <a:endParaRPr lang="fr-FR" dirty="0"/>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a:fld id="{3EBA5BD7-F043-4D1B-AA17-CD412FC534DE}" type="slidenum">
              <a:rPr lang="fr-FR" smtClean="0"/>
              <a:t>‹N°›</a:t>
            </a:fld>
            <a:endParaRPr lang="fr-FR" dirty="0"/>
          </a:p>
        </p:txBody>
      </p:sp>
    </p:spTree>
    <p:extLst>
      <p:ext uri="{BB962C8B-B14F-4D97-AF65-F5344CB8AC3E}">
        <p14:creationId xmlns:p14="http://schemas.microsoft.com/office/powerpoint/2010/main" val="1152555398"/>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165" algn="l" defTabSz="1219200" rtl="0" eaLnBrk="1" latinLnBrk="0" hangingPunct="1">
      <a:defRPr sz="1600" kern="1200">
        <a:solidFill>
          <a:schemeClr val="tx1"/>
        </a:solidFill>
        <a:latin typeface="+mn-lt"/>
        <a:ea typeface="+mn-ea"/>
        <a:cs typeface="+mn-cs"/>
      </a:defRPr>
    </a:lvl4pPr>
    <a:lvl5pPr marL="2437765" algn="l" defTabSz="1219200" rtl="0" eaLnBrk="1" latinLnBrk="0" hangingPunct="1">
      <a:defRPr sz="1600" kern="1200">
        <a:solidFill>
          <a:schemeClr val="tx1"/>
        </a:solidFill>
        <a:latin typeface="+mn-lt"/>
        <a:ea typeface="+mn-ea"/>
        <a:cs typeface="+mn-cs"/>
      </a:defRPr>
    </a:lvl5pPr>
    <a:lvl6pPr marL="3047365" algn="l" defTabSz="1219200" rtl="0" eaLnBrk="1" latinLnBrk="0" hangingPunct="1">
      <a:defRPr sz="1600" kern="1200">
        <a:solidFill>
          <a:schemeClr val="tx1"/>
        </a:solidFill>
        <a:latin typeface="+mn-lt"/>
        <a:ea typeface="+mn-ea"/>
        <a:cs typeface="+mn-cs"/>
      </a:defRPr>
    </a:lvl6pPr>
    <a:lvl7pPr marL="3656965" algn="l" defTabSz="1219200" rtl="0" eaLnBrk="1" latinLnBrk="0" hangingPunct="1">
      <a:defRPr sz="1600" kern="1200">
        <a:solidFill>
          <a:schemeClr val="tx1"/>
        </a:solidFill>
        <a:latin typeface="+mn-lt"/>
        <a:ea typeface="+mn-ea"/>
        <a:cs typeface="+mn-cs"/>
      </a:defRPr>
    </a:lvl7pPr>
    <a:lvl8pPr marL="4266565" algn="l" defTabSz="1219200" rtl="0" eaLnBrk="1" latinLnBrk="0" hangingPunct="1">
      <a:defRPr sz="1600" kern="1200">
        <a:solidFill>
          <a:schemeClr val="tx1"/>
        </a:solidFill>
        <a:latin typeface="+mn-lt"/>
        <a:ea typeface="+mn-ea"/>
        <a:cs typeface="+mn-cs"/>
      </a:defRPr>
    </a:lvl8pPr>
    <a:lvl9pPr marL="487616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1</a:t>
            </a:fld>
            <a:endParaRPr lang="fr-FR" dirty="0"/>
          </a:p>
        </p:txBody>
      </p:sp>
    </p:spTree>
    <p:extLst>
      <p:ext uri="{BB962C8B-B14F-4D97-AF65-F5344CB8AC3E}">
        <p14:creationId xmlns:p14="http://schemas.microsoft.com/office/powerpoint/2010/main" val="3998858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a:t>
            </a:fld>
            <a:endParaRPr lang="fr-FR" dirty="0"/>
          </a:p>
        </p:txBody>
      </p:sp>
    </p:spTree>
    <p:extLst>
      <p:ext uri="{BB962C8B-B14F-4D97-AF65-F5344CB8AC3E}">
        <p14:creationId xmlns:p14="http://schemas.microsoft.com/office/powerpoint/2010/main" val="3048161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9</a:t>
            </a:fld>
            <a:endParaRPr lang="fr-FR" dirty="0"/>
          </a:p>
        </p:txBody>
      </p:sp>
    </p:spTree>
    <p:extLst>
      <p:ext uri="{BB962C8B-B14F-4D97-AF65-F5344CB8AC3E}">
        <p14:creationId xmlns:p14="http://schemas.microsoft.com/office/powerpoint/2010/main" val="2961524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10</a:t>
            </a:fld>
            <a:endParaRPr lang="fr-FR" dirty="0"/>
          </a:p>
        </p:txBody>
      </p:sp>
    </p:spTree>
    <p:extLst>
      <p:ext uri="{BB962C8B-B14F-4D97-AF65-F5344CB8AC3E}">
        <p14:creationId xmlns:p14="http://schemas.microsoft.com/office/powerpoint/2010/main" val="992194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11</a:t>
            </a:fld>
            <a:endParaRPr lang="fr-FR" dirty="0"/>
          </a:p>
        </p:txBody>
      </p:sp>
    </p:spTree>
    <p:extLst>
      <p:ext uri="{BB962C8B-B14F-4D97-AF65-F5344CB8AC3E}">
        <p14:creationId xmlns:p14="http://schemas.microsoft.com/office/powerpoint/2010/main" val="16734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12</a:t>
            </a:fld>
            <a:endParaRPr lang="fr-FR" dirty="0"/>
          </a:p>
        </p:txBody>
      </p:sp>
    </p:spTree>
    <p:extLst>
      <p:ext uri="{BB962C8B-B14F-4D97-AF65-F5344CB8AC3E}">
        <p14:creationId xmlns:p14="http://schemas.microsoft.com/office/powerpoint/2010/main" val="4078112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13</a:t>
            </a:fld>
            <a:endParaRPr lang="fr-FR" dirty="0"/>
          </a:p>
        </p:txBody>
      </p:sp>
    </p:spTree>
    <p:extLst>
      <p:ext uri="{BB962C8B-B14F-4D97-AF65-F5344CB8AC3E}">
        <p14:creationId xmlns:p14="http://schemas.microsoft.com/office/powerpoint/2010/main" val="1105475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14</a:t>
            </a:fld>
            <a:endParaRPr lang="fr-FR" dirty="0"/>
          </a:p>
        </p:txBody>
      </p:sp>
    </p:spTree>
    <p:extLst>
      <p:ext uri="{BB962C8B-B14F-4D97-AF65-F5344CB8AC3E}">
        <p14:creationId xmlns:p14="http://schemas.microsoft.com/office/powerpoint/2010/main" val="1942785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15</a:t>
            </a:fld>
            <a:endParaRPr lang="fr-FR" dirty="0"/>
          </a:p>
        </p:txBody>
      </p:sp>
    </p:spTree>
    <p:extLst>
      <p:ext uri="{BB962C8B-B14F-4D97-AF65-F5344CB8AC3E}">
        <p14:creationId xmlns:p14="http://schemas.microsoft.com/office/powerpoint/2010/main" val="592360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16</a:t>
            </a:fld>
            <a:endParaRPr lang="fr-FR" dirty="0"/>
          </a:p>
        </p:txBody>
      </p:sp>
    </p:spTree>
    <p:extLst>
      <p:ext uri="{BB962C8B-B14F-4D97-AF65-F5344CB8AC3E}">
        <p14:creationId xmlns:p14="http://schemas.microsoft.com/office/powerpoint/2010/main" val="480759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17</a:t>
            </a:fld>
            <a:endParaRPr lang="fr-FR" dirty="0"/>
          </a:p>
        </p:txBody>
      </p:sp>
    </p:spTree>
    <p:extLst>
      <p:ext uri="{BB962C8B-B14F-4D97-AF65-F5344CB8AC3E}">
        <p14:creationId xmlns:p14="http://schemas.microsoft.com/office/powerpoint/2010/main" val="2827252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18</a:t>
            </a:fld>
            <a:endParaRPr lang="fr-FR" dirty="0"/>
          </a:p>
        </p:txBody>
      </p:sp>
    </p:spTree>
    <p:extLst>
      <p:ext uri="{BB962C8B-B14F-4D97-AF65-F5344CB8AC3E}">
        <p14:creationId xmlns:p14="http://schemas.microsoft.com/office/powerpoint/2010/main" val="1300839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19</a:t>
            </a:fld>
            <a:endParaRPr lang="fr-FR" dirty="0"/>
          </a:p>
        </p:txBody>
      </p:sp>
    </p:spTree>
    <p:extLst>
      <p:ext uri="{BB962C8B-B14F-4D97-AF65-F5344CB8AC3E}">
        <p14:creationId xmlns:p14="http://schemas.microsoft.com/office/powerpoint/2010/main" val="2881873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20</a:t>
            </a:fld>
            <a:endParaRPr lang="fr-FR" dirty="0"/>
          </a:p>
        </p:txBody>
      </p:sp>
    </p:spTree>
    <p:extLst>
      <p:ext uri="{BB962C8B-B14F-4D97-AF65-F5344CB8AC3E}">
        <p14:creationId xmlns:p14="http://schemas.microsoft.com/office/powerpoint/2010/main" val="2060050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21</a:t>
            </a:fld>
            <a:endParaRPr lang="fr-FR" dirty="0"/>
          </a:p>
        </p:txBody>
      </p:sp>
    </p:spTree>
    <p:extLst>
      <p:ext uri="{BB962C8B-B14F-4D97-AF65-F5344CB8AC3E}">
        <p14:creationId xmlns:p14="http://schemas.microsoft.com/office/powerpoint/2010/main" val="3701892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algn="r" rtl="0"/>
            <a:fld id="{3EBA5BD7-F043-4D1B-AA17-CD412FC534DE}" type="slidenum">
              <a:rPr lang="fr-FR" smtClean="0"/>
              <a:t>22</a:t>
            </a:fld>
            <a:endParaRPr lang="fr-FR" dirty="0"/>
          </a:p>
        </p:txBody>
      </p:sp>
    </p:spTree>
    <p:extLst>
      <p:ext uri="{BB962C8B-B14F-4D97-AF65-F5344CB8AC3E}">
        <p14:creationId xmlns:p14="http://schemas.microsoft.com/office/powerpoint/2010/main" val="34158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23</a:t>
            </a:fld>
            <a:endParaRPr lang="fr-FR" dirty="0"/>
          </a:p>
        </p:txBody>
      </p:sp>
    </p:spTree>
    <p:extLst>
      <p:ext uri="{BB962C8B-B14F-4D97-AF65-F5344CB8AC3E}">
        <p14:creationId xmlns:p14="http://schemas.microsoft.com/office/powerpoint/2010/main" val="30889040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24</a:t>
            </a:fld>
            <a:endParaRPr lang="fr-FR" dirty="0"/>
          </a:p>
        </p:txBody>
      </p:sp>
    </p:spTree>
    <p:extLst>
      <p:ext uri="{BB962C8B-B14F-4D97-AF65-F5344CB8AC3E}">
        <p14:creationId xmlns:p14="http://schemas.microsoft.com/office/powerpoint/2010/main" val="494543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25</a:t>
            </a:fld>
            <a:endParaRPr lang="fr-FR" dirty="0"/>
          </a:p>
        </p:txBody>
      </p:sp>
    </p:spTree>
    <p:extLst>
      <p:ext uri="{BB962C8B-B14F-4D97-AF65-F5344CB8AC3E}">
        <p14:creationId xmlns:p14="http://schemas.microsoft.com/office/powerpoint/2010/main" val="2718450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26</a:t>
            </a:fld>
            <a:endParaRPr lang="fr-FR" dirty="0"/>
          </a:p>
        </p:txBody>
      </p:sp>
    </p:spTree>
    <p:extLst>
      <p:ext uri="{BB962C8B-B14F-4D97-AF65-F5344CB8AC3E}">
        <p14:creationId xmlns:p14="http://schemas.microsoft.com/office/powerpoint/2010/main" val="679885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27</a:t>
            </a:fld>
            <a:endParaRPr lang="fr-FR" dirty="0"/>
          </a:p>
        </p:txBody>
      </p:sp>
    </p:spTree>
    <p:extLst>
      <p:ext uri="{BB962C8B-B14F-4D97-AF65-F5344CB8AC3E}">
        <p14:creationId xmlns:p14="http://schemas.microsoft.com/office/powerpoint/2010/main" val="2544881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28</a:t>
            </a:fld>
            <a:endParaRPr lang="fr-FR" dirty="0"/>
          </a:p>
        </p:txBody>
      </p:sp>
    </p:spTree>
    <p:extLst>
      <p:ext uri="{BB962C8B-B14F-4D97-AF65-F5344CB8AC3E}">
        <p14:creationId xmlns:p14="http://schemas.microsoft.com/office/powerpoint/2010/main" val="32434382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31</a:t>
            </a:fld>
            <a:endParaRPr lang="fr-FR" dirty="0"/>
          </a:p>
        </p:txBody>
      </p:sp>
    </p:spTree>
    <p:extLst>
      <p:ext uri="{BB962C8B-B14F-4D97-AF65-F5344CB8AC3E}">
        <p14:creationId xmlns:p14="http://schemas.microsoft.com/office/powerpoint/2010/main" val="2031857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32</a:t>
            </a:fld>
            <a:endParaRPr lang="fr-FR" dirty="0"/>
          </a:p>
        </p:txBody>
      </p:sp>
    </p:spTree>
    <p:extLst>
      <p:ext uri="{BB962C8B-B14F-4D97-AF65-F5344CB8AC3E}">
        <p14:creationId xmlns:p14="http://schemas.microsoft.com/office/powerpoint/2010/main" val="25495786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34</a:t>
            </a:fld>
            <a:endParaRPr lang="fr-FR" dirty="0"/>
          </a:p>
        </p:txBody>
      </p:sp>
    </p:spTree>
    <p:extLst>
      <p:ext uri="{BB962C8B-B14F-4D97-AF65-F5344CB8AC3E}">
        <p14:creationId xmlns:p14="http://schemas.microsoft.com/office/powerpoint/2010/main" val="3391580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37</a:t>
            </a:fld>
            <a:endParaRPr lang="fr-FR" dirty="0"/>
          </a:p>
        </p:txBody>
      </p:sp>
    </p:spTree>
    <p:extLst>
      <p:ext uri="{BB962C8B-B14F-4D97-AF65-F5344CB8AC3E}">
        <p14:creationId xmlns:p14="http://schemas.microsoft.com/office/powerpoint/2010/main" val="2140610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t>38</a:t>
            </a:fld>
            <a:endParaRPr lang="fr-FR" dirty="0"/>
          </a:p>
        </p:txBody>
      </p:sp>
    </p:spTree>
    <p:extLst>
      <p:ext uri="{BB962C8B-B14F-4D97-AF65-F5344CB8AC3E}">
        <p14:creationId xmlns:p14="http://schemas.microsoft.com/office/powerpoint/2010/main" val="731163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grpSp>
        <p:nvGrpSpPr>
          <p:cNvPr id="21" name="diagonales"/>
          <p:cNvGrpSpPr/>
          <p:nvPr/>
        </p:nvGrpSpPr>
        <p:grpSpPr>
          <a:xfrm>
            <a:off x="7516443" y="4145281"/>
            <a:ext cx="4686117" cy="2731407"/>
            <a:chOff x="5638800" y="3108960"/>
            <a:chExt cx="3515503" cy="2048555"/>
          </a:xfrm>
        </p:grpSpPr>
        <p:cxnSp>
          <p:nvCxnSpPr>
            <p:cNvPr id="14" name="Connecteur droit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Connecteur droit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Connecteur droit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lignes inférieures"/>
          <p:cNvGrpSpPr/>
          <p:nvPr/>
        </p:nvGrpSpPr>
        <p:grpSpPr>
          <a:xfrm>
            <a:off x="-8916" y="6057149"/>
            <a:ext cx="5498726" cy="820207"/>
            <a:chOff x="-6689" y="4553748"/>
            <a:chExt cx="4125119" cy="615155"/>
          </a:xfrm>
        </p:grpSpPr>
        <p:sp>
          <p:nvSpPr>
            <p:cNvPr id="9" name="Forme libre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4115481 h 4115481"/>
                <a:gd name="connsiteX1-9" fmla="*/ 612775 w 612775"/>
                <a:gd name="connsiteY1-10" fmla="*/ 3180443 h 4115481"/>
                <a:gd name="connsiteX2-11" fmla="*/ 612775 w 612775"/>
                <a:gd name="connsiteY2-12" fmla="*/ 0 h 4115481"/>
              </a:gdLst>
              <a:ahLst/>
              <a:cxnLst>
                <a:cxn ang="0">
                  <a:pos x="connsiteX0-1" y="connsiteY0-2"/>
                </a:cxn>
                <a:cxn ang="0">
                  <a:pos x="connsiteX1-3" y="connsiteY1-4"/>
                </a:cxn>
                <a:cxn ang="0">
                  <a:pos x="connsiteX2-5" y="connsiteY2-6"/>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dirty="0"/>
            </a:p>
          </p:txBody>
        </p:sp>
        <p:sp>
          <p:nvSpPr>
            <p:cNvPr id="10" name="Forme libre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202024 w 612775"/>
                <a:gd name="connsiteY1-10" fmla="*/ 3607676 h 3919538"/>
                <a:gd name="connsiteX2-11" fmla="*/ 612775 w 612775"/>
                <a:gd name="connsiteY2-12" fmla="*/ 2984500 h 3919538"/>
                <a:gd name="connsiteX3" fmla="*/ 612775 w 612775"/>
                <a:gd name="connsiteY3" fmla="*/ 0 h 3919538"/>
                <a:gd name="connsiteX0-13" fmla="*/ 0 w 410751"/>
                <a:gd name="connsiteY0-14" fmla="*/ 3607676 h 3607676"/>
                <a:gd name="connsiteX1-15" fmla="*/ 410751 w 410751"/>
                <a:gd name="connsiteY1-16" fmla="*/ 2984500 h 3607676"/>
                <a:gd name="connsiteX2-17" fmla="*/ 410751 w 410751"/>
                <a:gd name="connsiteY2-18" fmla="*/ 0 h 3607676"/>
                <a:gd name="connsiteX0-19" fmla="*/ 0 w 410751"/>
                <a:gd name="connsiteY0-20" fmla="*/ 3607676 h 3607676"/>
                <a:gd name="connsiteX1-21" fmla="*/ 410751 w 410751"/>
                <a:gd name="connsiteY1-22" fmla="*/ 2984500 h 3607676"/>
                <a:gd name="connsiteX2-23" fmla="*/ 409575 w 410751"/>
                <a:gd name="connsiteY2-24" fmla="*/ 185820 h 3607676"/>
                <a:gd name="connsiteX3-25" fmla="*/ 410751 w 410751"/>
                <a:gd name="connsiteY3-26" fmla="*/ 0 h 3607676"/>
                <a:gd name="connsiteX0-27" fmla="*/ 0 w 410751"/>
                <a:gd name="connsiteY0-28" fmla="*/ 3421856 h 3421856"/>
                <a:gd name="connsiteX1-29" fmla="*/ 410751 w 410751"/>
                <a:gd name="connsiteY1-30" fmla="*/ 2798680 h 3421856"/>
                <a:gd name="connsiteX2-31" fmla="*/ 409575 w 410751"/>
                <a:gd name="connsiteY2-32" fmla="*/ 0 h 3421856"/>
                <a:gd name="connsiteX0-33" fmla="*/ 0 w 410751"/>
                <a:gd name="connsiteY0-34" fmla="*/ 3614170 h 3614170"/>
                <a:gd name="connsiteX1-35" fmla="*/ 410751 w 410751"/>
                <a:gd name="connsiteY1-36" fmla="*/ 2990994 h 3614170"/>
                <a:gd name="connsiteX2-37" fmla="*/ 405947 w 410751"/>
                <a:gd name="connsiteY2-38" fmla="*/ 0 h 3614170"/>
                <a:gd name="connsiteX0-39" fmla="*/ 0 w 410751"/>
                <a:gd name="connsiteY0-40" fmla="*/ 3621427 h 3621427"/>
                <a:gd name="connsiteX1-41" fmla="*/ 410751 w 410751"/>
                <a:gd name="connsiteY1-42" fmla="*/ 2998251 h 3621427"/>
                <a:gd name="connsiteX2-43" fmla="*/ 405947 w 410751"/>
                <a:gd name="connsiteY2-44" fmla="*/ 0 h 3621427"/>
              </a:gdLst>
              <a:ahLst/>
              <a:cxnLst>
                <a:cxn ang="0">
                  <a:pos x="connsiteX0-1" y="connsiteY0-2"/>
                </a:cxn>
                <a:cxn ang="0">
                  <a:pos x="connsiteX1-3" y="connsiteY1-4"/>
                </a:cxn>
                <a:cxn ang="0">
                  <a:pos x="connsiteX2-5" y="connsiteY2-6"/>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dirty="0"/>
            </a:p>
          </p:txBody>
        </p:sp>
        <p:sp>
          <p:nvSpPr>
            <p:cNvPr id="11" name="Forme libre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373856 w 612775"/>
                <a:gd name="connsiteY1-10" fmla="*/ 3344891 h 3919538"/>
                <a:gd name="connsiteX2-11" fmla="*/ 612775 w 612775"/>
                <a:gd name="connsiteY2-12" fmla="*/ 2984500 h 3919538"/>
                <a:gd name="connsiteX3" fmla="*/ 612775 w 612775"/>
                <a:gd name="connsiteY3" fmla="*/ 0 h 3919538"/>
                <a:gd name="connsiteX0-13" fmla="*/ 0 w 238919"/>
                <a:gd name="connsiteY0-14" fmla="*/ 3344891 h 3344891"/>
                <a:gd name="connsiteX1-15" fmla="*/ 238919 w 238919"/>
                <a:gd name="connsiteY1-16" fmla="*/ 2984500 h 3344891"/>
                <a:gd name="connsiteX2-17" fmla="*/ 238919 w 238919"/>
                <a:gd name="connsiteY2-18" fmla="*/ 0 h 3344891"/>
                <a:gd name="connsiteX0-19" fmla="*/ 0 w 238919"/>
                <a:gd name="connsiteY0-20" fmla="*/ 3344891 h 3344891"/>
                <a:gd name="connsiteX1-21" fmla="*/ 238919 w 238919"/>
                <a:gd name="connsiteY1-22" fmla="*/ 2984500 h 3344891"/>
                <a:gd name="connsiteX2-23" fmla="*/ 238125 w 238919"/>
                <a:gd name="connsiteY2-24" fmla="*/ 368330 h 3344891"/>
                <a:gd name="connsiteX3-25" fmla="*/ 238919 w 238919"/>
                <a:gd name="connsiteY3-26" fmla="*/ 0 h 3344891"/>
                <a:gd name="connsiteX0-27" fmla="*/ 0 w 238919"/>
                <a:gd name="connsiteY0-28" fmla="*/ 2976561 h 2976561"/>
                <a:gd name="connsiteX1-29" fmla="*/ 238919 w 238919"/>
                <a:gd name="connsiteY1-30" fmla="*/ 2616170 h 2976561"/>
                <a:gd name="connsiteX2-31" fmla="*/ 238125 w 238919"/>
                <a:gd name="connsiteY2-32" fmla="*/ 0 h 2976561"/>
                <a:gd name="connsiteX0-33" fmla="*/ 0 w 241768"/>
                <a:gd name="connsiteY0-34" fmla="*/ 3179761 h 3179761"/>
                <a:gd name="connsiteX1-35" fmla="*/ 238919 w 241768"/>
                <a:gd name="connsiteY1-36" fmla="*/ 2819370 h 3179761"/>
                <a:gd name="connsiteX2-37" fmla="*/ 241754 w 241768"/>
                <a:gd name="connsiteY2-38" fmla="*/ 0 h 3179761"/>
              </a:gdLst>
              <a:ahLst/>
              <a:cxnLst>
                <a:cxn ang="0">
                  <a:pos x="connsiteX0-1" y="connsiteY0-2"/>
                </a:cxn>
                <a:cxn ang="0">
                  <a:pos x="connsiteX1-3" y="connsiteY1-4"/>
                </a:cxn>
                <a:cxn ang="0">
                  <a:pos x="connsiteX2-5" y="connsiteY2-6"/>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dirty="0"/>
            </a:p>
          </p:txBody>
        </p:sp>
      </p:grpSp>
      <p:sp>
        <p:nvSpPr>
          <p:cNvPr id="2" name="Titre 1"/>
          <p:cNvSpPr>
            <a:spLocks noGrp="1"/>
          </p:cNvSpPr>
          <p:nvPr>
            <p:ph type="ctrTitle"/>
          </p:nvPr>
        </p:nvSpPr>
        <p:spPr>
          <a:xfrm>
            <a:off x="1625176" y="584200"/>
            <a:ext cx="8735325" cy="2000251"/>
          </a:xfrm>
        </p:spPr>
        <p:txBody>
          <a:bodyPr rtlCol="0">
            <a:normAutofit/>
          </a:bodyPr>
          <a:lstStyle>
            <a:lvl1pPr algn="l" rtl="0">
              <a:defRPr sz="5400"/>
            </a:lvl1pPr>
          </a:lstStyle>
          <a:p>
            <a:pPr rtl="0"/>
            <a:r>
              <a:rPr lang="fr-FR" smtClean="0"/>
              <a:t>Modifiez le style du titre</a:t>
            </a:r>
            <a:endParaRPr lang="fr-FR" dirty="0"/>
          </a:p>
        </p:txBody>
      </p:sp>
      <p:sp>
        <p:nvSpPr>
          <p:cNvPr id="3" name="Sous-titre 2"/>
          <p:cNvSpPr>
            <a:spLocks noGrp="1"/>
          </p:cNvSpPr>
          <p:nvPr>
            <p:ph type="subTitle" idx="1" hasCustomPrompt="1"/>
          </p:nvPr>
        </p:nvSpPr>
        <p:spPr>
          <a:xfrm>
            <a:off x="1625176" y="2616200"/>
            <a:ext cx="8735325" cy="1752600"/>
          </a:xfrm>
        </p:spPr>
        <p:txBody>
          <a:bodyPr rtlCol="0">
            <a:normAutofit/>
          </a:bodyPr>
          <a:lstStyle>
            <a:lvl1pPr marL="0" indent="0" algn="l" rtl="0">
              <a:spcBef>
                <a:spcPts val="0"/>
              </a:spcBef>
              <a:buNone/>
              <a:defRPr sz="2800" cap="all" spc="200" baseline="0">
                <a:solidFill>
                  <a:schemeClr val="accent1"/>
                </a:solidFill>
              </a:defRPr>
            </a:lvl1pPr>
            <a:lvl2pPr marL="609600" indent="0" algn="ctr" rtl="0">
              <a:buNone/>
              <a:defRPr>
                <a:solidFill>
                  <a:schemeClr val="tx1">
                    <a:tint val="75000"/>
                  </a:schemeClr>
                </a:solidFill>
              </a:defRPr>
            </a:lvl2pPr>
            <a:lvl3pPr marL="1219200" indent="0" algn="ctr" rtl="0">
              <a:buNone/>
              <a:defRPr>
                <a:solidFill>
                  <a:schemeClr val="tx1">
                    <a:tint val="75000"/>
                  </a:schemeClr>
                </a:solidFill>
              </a:defRPr>
            </a:lvl3pPr>
            <a:lvl4pPr marL="1828165" indent="0" algn="ctr" rtl="0">
              <a:buNone/>
              <a:defRPr>
                <a:solidFill>
                  <a:schemeClr val="tx1">
                    <a:tint val="75000"/>
                  </a:schemeClr>
                </a:solidFill>
              </a:defRPr>
            </a:lvl4pPr>
            <a:lvl5pPr marL="2437765" indent="0" algn="ctr" rtl="0">
              <a:buNone/>
              <a:defRPr>
                <a:solidFill>
                  <a:schemeClr val="tx1">
                    <a:tint val="75000"/>
                  </a:schemeClr>
                </a:solidFill>
              </a:defRPr>
            </a:lvl5pPr>
            <a:lvl6pPr marL="3047365" indent="0" algn="ctr" rtl="0">
              <a:buNone/>
              <a:defRPr>
                <a:solidFill>
                  <a:schemeClr val="tx1">
                    <a:tint val="75000"/>
                  </a:schemeClr>
                </a:solidFill>
              </a:defRPr>
            </a:lvl6pPr>
            <a:lvl7pPr marL="3656965" indent="0" algn="ctr" rtl="0">
              <a:buNone/>
              <a:defRPr>
                <a:solidFill>
                  <a:schemeClr val="tx1">
                    <a:tint val="75000"/>
                  </a:schemeClr>
                </a:solidFill>
              </a:defRPr>
            </a:lvl7pPr>
            <a:lvl8pPr marL="4266565" indent="0" algn="ctr" rtl="0">
              <a:buNone/>
              <a:defRPr>
                <a:solidFill>
                  <a:schemeClr val="tx1">
                    <a:tint val="75000"/>
                  </a:schemeClr>
                </a:solidFill>
              </a:defRPr>
            </a:lvl8pPr>
            <a:lvl9pPr marL="4876165" indent="0" algn="ctr" rtl="0">
              <a:buNone/>
              <a:defRPr>
                <a:solidFill>
                  <a:schemeClr val="tx1">
                    <a:tint val="75000"/>
                  </a:schemeClr>
                </a:solidFill>
              </a:defRPr>
            </a:lvl9pPr>
          </a:lstStyle>
          <a:p>
            <a:pPr rtl="0"/>
            <a:r>
              <a:rPr lang="fr-FR" smtClean="0"/>
              <a:t>Modifiez le style des sous-titres du masque</a:t>
            </a:r>
            <a:endParaRPr lang="fr-FR" dirty="0"/>
          </a:p>
        </p:txBody>
      </p:sp>
      <p:sp>
        <p:nvSpPr>
          <p:cNvPr id="22" name="Espace réservé de la date 21"/>
          <p:cNvSpPr>
            <a:spLocks noGrp="1"/>
          </p:cNvSpPr>
          <p:nvPr>
            <p:ph type="dt" sz="half" idx="10"/>
          </p:nvPr>
        </p:nvSpPr>
        <p:spPr/>
        <p:txBody>
          <a:bodyPr rtlCol="0"/>
          <a:lstStyle>
            <a:lvl1pPr>
              <a:defRPr/>
            </a:lvl1pPr>
          </a:lstStyle>
          <a:p>
            <a:fld id="{3E36D263-5C89-4D5D-8B05-0120FB33B4BA}" type="datetime1">
              <a:rPr lang="fr-FR" smtClean="0"/>
              <a:t>08/02/2026</a:t>
            </a:fld>
            <a:endParaRPr lang="fr-FR" dirty="0"/>
          </a:p>
        </p:txBody>
      </p:sp>
      <p:sp>
        <p:nvSpPr>
          <p:cNvPr id="23" name="Espace réservé du pied de page 22"/>
          <p:cNvSpPr>
            <a:spLocks noGrp="1"/>
          </p:cNvSpPr>
          <p:nvPr>
            <p:ph type="ftr" sz="quarter" idx="11"/>
          </p:nvPr>
        </p:nvSpPr>
        <p:spPr/>
        <p:txBody>
          <a:bodyPr rtlCol="0"/>
          <a:lstStyle/>
          <a:p>
            <a:pPr rtl="0"/>
            <a:endParaRPr lang="fr-FR" dirty="0"/>
          </a:p>
        </p:txBody>
      </p:sp>
      <p:sp>
        <p:nvSpPr>
          <p:cNvPr id="24" name="Espace réservé du numéro de diapositive 23"/>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smtClean="0"/>
              <a:t>Modifiez le style du titre</a:t>
            </a:r>
            <a:endParaRPr lang="fr-FR" dirty="0"/>
          </a:p>
        </p:txBody>
      </p:sp>
      <p:sp>
        <p:nvSpPr>
          <p:cNvPr id="3" name="Espace réservé du contenu 2"/>
          <p:cNvSpPr>
            <a:spLocks noGrp="1"/>
          </p:cNvSpPr>
          <p:nvPr>
            <p:ph idx="1" hasCustomPrompt="1"/>
          </p:nvPr>
        </p:nvSpPr>
        <p:spPr/>
        <p:txBody>
          <a:bodyPr rtlCol="0"/>
          <a:lstStyle>
            <a:lvl5pPr algn="l" rtl="0">
              <a:defRPr/>
            </a:lvl5pPr>
            <a:lvl6pPr algn="l" rtl="0">
              <a:defRPr/>
            </a:lvl6pPr>
            <a:lvl7pPr algn="l" rtl="0">
              <a:defRPr/>
            </a:lvl7pPr>
            <a:lvl8pPr algn="l" rtl="0">
              <a:defRPr/>
            </a:lvl8pPr>
            <a:lvl9pPr algn="l" rtl="0">
              <a:defRPr/>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4" name="Espace réservé de la date 3"/>
          <p:cNvSpPr>
            <a:spLocks noGrp="1"/>
          </p:cNvSpPr>
          <p:nvPr>
            <p:ph type="dt" sz="half" idx="10"/>
          </p:nvPr>
        </p:nvSpPr>
        <p:spPr/>
        <p:txBody>
          <a:bodyPr rtlCol="0"/>
          <a:lstStyle>
            <a:lvl1pPr>
              <a:defRPr/>
            </a:lvl1pPr>
          </a:lstStyle>
          <a:p>
            <a:fld id="{E2899D0D-1C7F-4044-B286-354B51780DED}" type="datetime1">
              <a:rPr lang="fr-FR" smtClean="0"/>
              <a:t>08/02/2026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grpSp>
        <p:nvGrpSpPr>
          <p:cNvPr id="11" name="diagonales"/>
          <p:cNvGrpSpPr/>
          <p:nvPr/>
        </p:nvGrpSpPr>
        <p:grpSpPr>
          <a:xfrm>
            <a:off x="7516443" y="4145281"/>
            <a:ext cx="4686117" cy="2731407"/>
            <a:chOff x="5638800" y="3108960"/>
            <a:chExt cx="3515503" cy="2048555"/>
          </a:xfrm>
        </p:grpSpPr>
        <p:cxnSp>
          <p:nvCxnSpPr>
            <p:cNvPr id="12" name="Connecteur droit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Connecteur droit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re 1"/>
          <p:cNvSpPr>
            <a:spLocks noGrp="1"/>
          </p:cNvSpPr>
          <p:nvPr>
            <p:ph type="title"/>
          </p:nvPr>
        </p:nvSpPr>
        <p:spPr>
          <a:xfrm>
            <a:off x="1625177" y="2209801"/>
            <a:ext cx="8938472" cy="2764335"/>
          </a:xfrm>
        </p:spPr>
        <p:txBody>
          <a:bodyPr rtlCol="0" anchor="b">
            <a:normAutofit/>
          </a:bodyPr>
          <a:lstStyle>
            <a:lvl1pPr algn="l" rtl="0">
              <a:defRPr sz="5400" b="0" cap="none" baseline="0"/>
            </a:lvl1pPr>
          </a:lstStyle>
          <a:p>
            <a:pPr rtl="0"/>
            <a:r>
              <a:rPr lang="fr-FR" smtClean="0"/>
              <a:t>Modifiez le style du titre</a:t>
            </a:r>
            <a:endParaRPr lang="fr-FR" dirty="0"/>
          </a:p>
        </p:txBody>
      </p:sp>
      <p:sp>
        <p:nvSpPr>
          <p:cNvPr id="3" name="Espace réservé du texte 2"/>
          <p:cNvSpPr>
            <a:spLocks noGrp="1"/>
          </p:cNvSpPr>
          <p:nvPr>
            <p:ph type="body" idx="1" hasCustomPrompt="1"/>
          </p:nvPr>
        </p:nvSpPr>
        <p:spPr>
          <a:xfrm>
            <a:off x="1625176" y="4951266"/>
            <a:ext cx="7069519" cy="1220933"/>
          </a:xfrm>
        </p:spPr>
        <p:txBody>
          <a:bodyPr rtlCol="0" anchor="t">
            <a:normAutofit/>
          </a:bodyPr>
          <a:lstStyle>
            <a:lvl1pPr marL="0" indent="0" algn="l" rtl="0">
              <a:spcBef>
                <a:spcPts val="0"/>
              </a:spcBef>
              <a:buNone/>
              <a:defRPr sz="2800" cap="all" spc="200" baseline="0">
                <a:solidFill>
                  <a:schemeClr val="accent1"/>
                </a:solidFill>
              </a:defRPr>
            </a:lvl1pPr>
            <a:lvl2pPr marL="609600" indent="0" algn="l" rtl="0">
              <a:buNone/>
              <a:defRPr sz="2400">
                <a:solidFill>
                  <a:schemeClr val="tx1">
                    <a:tint val="75000"/>
                  </a:schemeClr>
                </a:solidFill>
              </a:defRPr>
            </a:lvl2pPr>
            <a:lvl3pPr marL="1219200" indent="0" algn="l" rtl="0">
              <a:buNone/>
              <a:defRPr sz="2100">
                <a:solidFill>
                  <a:schemeClr val="tx1">
                    <a:tint val="75000"/>
                  </a:schemeClr>
                </a:solidFill>
              </a:defRPr>
            </a:lvl3pPr>
            <a:lvl4pPr marL="1828165" indent="0" algn="l" rtl="0">
              <a:buNone/>
              <a:defRPr sz="1900">
                <a:solidFill>
                  <a:schemeClr val="tx1">
                    <a:tint val="75000"/>
                  </a:schemeClr>
                </a:solidFill>
              </a:defRPr>
            </a:lvl4pPr>
            <a:lvl5pPr marL="2437765" indent="0" algn="l" rtl="0">
              <a:buNone/>
              <a:defRPr sz="1900">
                <a:solidFill>
                  <a:schemeClr val="tx1">
                    <a:tint val="75000"/>
                  </a:schemeClr>
                </a:solidFill>
              </a:defRPr>
            </a:lvl5pPr>
            <a:lvl6pPr marL="3047365" indent="0" algn="l" rtl="0">
              <a:buNone/>
              <a:defRPr sz="1900">
                <a:solidFill>
                  <a:schemeClr val="tx1">
                    <a:tint val="75000"/>
                  </a:schemeClr>
                </a:solidFill>
              </a:defRPr>
            </a:lvl6pPr>
            <a:lvl7pPr marL="3656965" indent="0" algn="l" rtl="0">
              <a:buNone/>
              <a:defRPr sz="1900">
                <a:solidFill>
                  <a:schemeClr val="tx1">
                    <a:tint val="75000"/>
                  </a:schemeClr>
                </a:solidFill>
              </a:defRPr>
            </a:lvl7pPr>
            <a:lvl8pPr marL="4266565" indent="0" algn="l" rtl="0">
              <a:buNone/>
              <a:defRPr sz="1900">
                <a:solidFill>
                  <a:schemeClr val="tx1">
                    <a:tint val="75000"/>
                  </a:schemeClr>
                </a:solidFill>
              </a:defRPr>
            </a:lvl8pPr>
            <a:lvl9pPr marL="4876165" indent="0" algn="l" rtl="0">
              <a:buNone/>
              <a:defRPr sz="1900">
                <a:solidFill>
                  <a:schemeClr val="tx1">
                    <a:tint val="75000"/>
                  </a:schemeClr>
                </a:solidFill>
              </a:defRPr>
            </a:lvl9pPr>
          </a:lstStyle>
          <a:p>
            <a:pPr lvl="0" rtl="0"/>
            <a:r>
              <a:rPr lang="fr-FR" smtClean="0"/>
              <a:t>Modifiez les styles du texte du masque</a:t>
            </a:r>
          </a:p>
        </p:txBody>
      </p:sp>
      <p:sp>
        <p:nvSpPr>
          <p:cNvPr id="4" name="Espace réservé de la date 3"/>
          <p:cNvSpPr>
            <a:spLocks noGrp="1"/>
          </p:cNvSpPr>
          <p:nvPr>
            <p:ph type="dt" sz="half" idx="10"/>
          </p:nvPr>
        </p:nvSpPr>
        <p:spPr/>
        <p:txBody>
          <a:bodyPr rtlCol="0"/>
          <a:lstStyle>
            <a:lvl1pPr>
              <a:defRPr/>
            </a:lvl1pPr>
          </a:lstStyle>
          <a:p>
            <a:fld id="{BEFD5C92-4BB1-4FBC-932D-AE246A545D97}" type="datetime1">
              <a:rPr lang="fr-FR" smtClean="0"/>
              <a:t>08/02/2026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smtClean="0"/>
              <a:t>Modifiez le style du titre</a:t>
            </a:r>
            <a:endParaRPr lang="fr-FR" dirty="0"/>
          </a:p>
        </p:txBody>
      </p:sp>
      <p:sp>
        <p:nvSpPr>
          <p:cNvPr id="3" name="Espace réservé du contenu 2"/>
          <p:cNvSpPr>
            <a:spLocks noGrp="1"/>
          </p:cNvSpPr>
          <p:nvPr>
            <p:ph sz="half" idx="1" hasCustomPrompt="1"/>
          </p:nvPr>
        </p:nvSpPr>
        <p:spPr>
          <a:xfrm>
            <a:off x="1218883" y="1706880"/>
            <a:ext cx="5078677" cy="446532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baseline="0"/>
            </a:lvl8pPr>
            <a:lvl9pPr algn="l" rtl="0">
              <a:defRPr sz="2000" baseline="0"/>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4" name="Espace réservé du contenu 3"/>
          <p:cNvSpPr>
            <a:spLocks noGrp="1"/>
          </p:cNvSpPr>
          <p:nvPr>
            <p:ph sz="half" idx="2" hasCustomPrompt="1"/>
          </p:nvPr>
        </p:nvSpPr>
        <p:spPr>
          <a:xfrm>
            <a:off x="6500707" y="1706880"/>
            <a:ext cx="5078677" cy="446532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a:lvl8pPr>
            <a:lvl9pPr algn="l" rtl="0">
              <a:defRPr sz="2000"/>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5" name="Espace réservé de la date 4"/>
          <p:cNvSpPr>
            <a:spLocks noGrp="1"/>
          </p:cNvSpPr>
          <p:nvPr>
            <p:ph type="dt" sz="half" idx="10"/>
          </p:nvPr>
        </p:nvSpPr>
        <p:spPr/>
        <p:txBody>
          <a:bodyPr rtlCol="0"/>
          <a:lstStyle>
            <a:lvl1pPr>
              <a:defRPr/>
            </a:lvl1pPr>
          </a:lstStyle>
          <a:p>
            <a:fld id="{6B22FCC3-3DC7-4160-A3CE-82200479EFA7}" type="datetime1">
              <a:rPr lang="fr-FR" smtClean="0"/>
              <a:t>08/02/2026</a:t>
            </a:fld>
            <a:endParaRPr lang="fr-FR" dirty="0"/>
          </a:p>
        </p:txBody>
      </p:sp>
      <p:sp>
        <p:nvSpPr>
          <p:cNvPr id="6" name="Espace réservé du pied de page 5"/>
          <p:cNvSpPr>
            <a:spLocks noGrp="1"/>
          </p:cNvSpPr>
          <p:nvPr>
            <p:ph type="ftr" sz="quarter" idx="11"/>
          </p:nvPr>
        </p:nvSpPr>
        <p:spPr/>
        <p:txBody>
          <a:bodyPr rtlCol="0"/>
          <a:lstStyle/>
          <a:p>
            <a:pPr rtl="0"/>
            <a:endParaRPr lang="fr-FR" dirty="0"/>
          </a:p>
        </p:txBody>
      </p:sp>
      <p:sp>
        <p:nvSpPr>
          <p:cNvPr id="7" name="Espace réservé du numéro de diapositive 6"/>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lvl1pPr algn="l" rtl="0">
              <a:defRPr/>
            </a:lvl1pPr>
          </a:lstStyle>
          <a:p>
            <a:pPr rtl="0"/>
            <a:r>
              <a:rPr lang="fr-FR" smtClean="0"/>
              <a:t>Modifiez le style du titre</a:t>
            </a:r>
            <a:endParaRPr lang="fr-FR" dirty="0"/>
          </a:p>
        </p:txBody>
      </p:sp>
      <p:sp>
        <p:nvSpPr>
          <p:cNvPr id="3" name="Espace réservé du texte 2"/>
          <p:cNvSpPr>
            <a:spLocks noGrp="1"/>
          </p:cNvSpPr>
          <p:nvPr>
            <p:ph type="body" idx="1" hasCustomPrompt="1"/>
          </p:nvPr>
        </p:nvSpPr>
        <p:spPr>
          <a:xfrm>
            <a:off x="1218883" y="1701800"/>
            <a:ext cx="5082740" cy="914400"/>
          </a:xfrm>
        </p:spPr>
        <p:txBody>
          <a:bodyPr rtlCol="0" anchor="b">
            <a:normAutofit/>
          </a:bodyPr>
          <a:lstStyle>
            <a:lvl1pPr marL="0" indent="0" algn="l" rtl="0">
              <a:spcBef>
                <a:spcPts val="0"/>
              </a:spcBef>
              <a:buNone/>
              <a:defRPr sz="2800" b="0" cap="all" spc="200" baseline="0">
                <a:solidFill>
                  <a:schemeClr val="accent1"/>
                </a:solidFill>
              </a:defRPr>
            </a:lvl1pPr>
            <a:lvl2pPr marL="609600" indent="0" algn="l" rtl="0">
              <a:buNone/>
              <a:defRPr sz="2700" b="1"/>
            </a:lvl2pPr>
            <a:lvl3pPr marL="1219200" indent="0" algn="l" rtl="0">
              <a:buNone/>
              <a:defRPr sz="2400" b="1"/>
            </a:lvl3pPr>
            <a:lvl4pPr marL="1828165" indent="0" algn="l" rtl="0">
              <a:buNone/>
              <a:defRPr sz="2100" b="1"/>
            </a:lvl4pPr>
            <a:lvl5pPr marL="2437765" indent="0" algn="l" rtl="0">
              <a:buNone/>
              <a:defRPr sz="2100" b="1"/>
            </a:lvl5pPr>
            <a:lvl6pPr marL="3047365" indent="0" algn="l" rtl="0">
              <a:buNone/>
              <a:defRPr sz="2100" b="1"/>
            </a:lvl6pPr>
            <a:lvl7pPr marL="3656965" indent="0" algn="l" rtl="0">
              <a:buNone/>
              <a:defRPr sz="2100" b="1"/>
            </a:lvl7pPr>
            <a:lvl8pPr marL="4266565" indent="0" algn="l" rtl="0">
              <a:buNone/>
              <a:defRPr sz="2100" b="1"/>
            </a:lvl8pPr>
            <a:lvl9pPr marL="4876165" indent="0" algn="l" rtl="0">
              <a:buNone/>
              <a:defRPr sz="2100" b="1"/>
            </a:lvl9pPr>
          </a:lstStyle>
          <a:p>
            <a:pPr lvl="0" rtl="0"/>
            <a:r>
              <a:rPr lang="fr-FR" smtClean="0"/>
              <a:t>Modifiez les styles du texte du masque</a:t>
            </a:r>
          </a:p>
        </p:txBody>
      </p:sp>
      <p:sp>
        <p:nvSpPr>
          <p:cNvPr id="4" name="Espace réservé du contenu 3"/>
          <p:cNvSpPr>
            <a:spLocks noGrp="1"/>
          </p:cNvSpPr>
          <p:nvPr>
            <p:ph sz="half" idx="2" hasCustomPrompt="1"/>
          </p:nvPr>
        </p:nvSpPr>
        <p:spPr>
          <a:xfrm>
            <a:off x="1218883" y="2717800"/>
            <a:ext cx="5078677" cy="3454400"/>
          </a:xfrm>
        </p:spPr>
        <p:txBody>
          <a:bodyPr rtlCol="0">
            <a:no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baseline="0"/>
            </a:lvl7pPr>
            <a:lvl8pPr algn="l" rtl="0">
              <a:defRPr sz="2000" baseline="0"/>
            </a:lvl8pPr>
            <a:lvl9pPr algn="l" rtl="0">
              <a:defRPr sz="2000" baseline="0"/>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5" name="Espace réservé du texte 4"/>
          <p:cNvSpPr>
            <a:spLocks noGrp="1"/>
          </p:cNvSpPr>
          <p:nvPr>
            <p:ph type="body" sz="quarter" idx="3" hasCustomPrompt="1"/>
          </p:nvPr>
        </p:nvSpPr>
        <p:spPr>
          <a:xfrm>
            <a:off x="6496644" y="1701800"/>
            <a:ext cx="5082740" cy="914400"/>
          </a:xfrm>
        </p:spPr>
        <p:txBody>
          <a:bodyPr rtlCol="0" anchor="b">
            <a:normAutofit/>
          </a:bodyPr>
          <a:lstStyle>
            <a:lvl1pPr marL="0" indent="0" algn="l" rtl="0">
              <a:spcBef>
                <a:spcPts val="0"/>
              </a:spcBef>
              <a:buNone/>
              <a:defRPr sz="2800" b="0" cap="all" spc="200" baseline="0">
                <a:solidFill>
                  <a:schemeClr val="accent1"/>
                </a:solidFill>
              </a:defRPr>
            </a:lvl1pPr>
            <a:lvl2pPr marL="609600" indent="0" algn="l" rtl="0">
              <a:buNone/>
              <a:defRPr sz="2700" b="1"/>
            </a:lvl2pPr>
            <a:lvl3pPr marL="1219200" indent="0" algn="l" rtl="0">
              <a:buNone/>
              <a:defRPr sz="2400" b="1"/>
            </a:lvl3pPr>
            <a:lvl4pPr marL="1828165" indent="0" algn="l" rtl="0">
              <a:buNone/>
              <a:defRPr sz="2100" b="1"/>
            </a:lvl4pPr>
            <a:lvl5pPr marL="2437765" indent="0" algn="l" rtl="0">
              <a:buNone/>
              <a:defRPr sz="2100" b="1"/>
            </a:lvl5pPr>
            <a:lvl6pPr marL="3047365" indent="0" algn="l" rtl="0">
              <a:buNone/>
              <a:defRPr sz="2100" b="1"/>
            </a:lvl6pPr>
            <a:lvl7pPr marL="3656965" indent="0" algn="l" rtl="0">
              <a:buNone/>
              <a:defRPr sz="2100" b="1"/>
            </a:lvl7pPr>
            <a:lvl8pPr marL="4266565" indent="0" algn="l" rtl="0">
              <a:buNone/>
              <a:defRPr sz="2100" b="1"/>
            </a:lvl8pPr>
            <a:lvl9pPr marL="4876165" indent="0" algn="l" rtl="0">
              <a:buNone/>
              <a:defRPr sz="2100" b="1"/>
            </a:lvl9pPr>
          </a:lstStyle>
          <a:p>
            <a:pPr lvl="0" rtl="0"/>
            <a:r>
              <a:rPr lang="fr-FR" smtClean="0"/>
              <a:t>Modifiez les styles du texte du masque</a:t>
            </a:r>
          </a:p>
        </p:txBody>
      </p:sp>
      <p:sp>
        <p:nvSpPr>
          <p:cNvPr id="6" name="Espace réservé du contenu 5"/>
          <p:cNvSpPr>
            <a:spLocks noGrp="1"/>
          </p:cNvSpPr>
          <p:nvPr>
            <p:ph sz="quarter" idx="4" hasCustomPrompt="1"/>
          </p:nvPr>
        </p:nvSpPr>
        <p:spPr>
          <a:xfrm>
            <a:off x="6500707" y="2717800"/>
            <a:ext cx="5078677" cy="3454400"/>
          </a:xfrm>
        </p:spPr>
        <p:txBody>
          <a:bodyPr rtlCol="0">
            <a:no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baseline="0"/>
            </a:lvl6pPr>
            <a:lvl7pPr algn="l" rtl="0">
              <a:defRPr sz="2000" baseline="0"/>
            </a:lvl7pPr>
            <a:lvl8pPr algn="l" rtl="0">
              <a:defRPr sz="2000" baseline="0"/>
            </a:lvl8pPr>
            <a:lvl9pPr algn="l" rtl="0">
              <a:defRPr sz="2000" baseline="0"/>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7" name="Espace réservé de la date 6"/>
          <p:cNvSpPr>
            <a:spLocks noGrp="1"/>
          </p:cNvSpPr>
          <p:nvPr>
            <p:ph type="dt" sz="half" idx="10"/>
          </p:nvPr>
        </p:nvSpPr>
        <p:spPr/>
        <p:txBody>
          <a:bodyPr rtlCol="0"/>
          <a:lstStyle>
            <a:lvl1pPr>
              <a:defRPr/>
            </a:lvl1pPr>
          </a:lstStyle>
          <a:p>
            <a:fld id="{17AB33AB-93D8-496F-A7A3-D08F359C34C7}" type="datetime1">
              <a:rPr lang="fr-FR" smtClean="0"/>
              <a:t>08/02/2026</a:t>
            </a:fld>
            <a:endParaRPr lang="fr-FR" dirty="0"/>
          </a:p>
        </p:txBody>
      </p:sp>
      <p:sp>
        <p:nvSpPr>
          <p:cNvPr id="8" name="Espace réservé du pied de page 7"/>
          <p:cNvSpPr>
            <a:spLocks noGrp="1"/>
          </p:cNvSpPr>
          <p:nvPr>
            <p:ph type="ftr" sz="quarter" idx="11"/>
          </p:nvPr>
        </p:nvSpPr>
        <p:spPr/>
        <p:txBody>
          <a:bodyPr rtlCol="0"/>
          <a:lstStyle/>
          <a:p>
            <a:pPr rtl="0"/>
            <a:endParaRPr lang="fr-FR" dirty="0"/>
          </a:p>
        </p:txBody>
      </p:sp>
      <p:sp>
        <p:nvSpPr>
          <p:cNvPr id="9" name="Espace réservé du numéro de diapositive 8"/>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smtClean="0"/>
              <a:t>Modifiez le style du titre</a:t>
            </a:r>
            <a:endParaRPr lang="fr-FR" dirty="0"/>
          </a:p>
        </p:txBody>
      </p:sp>
      <p:sp>
        <p:nvSpPr>
          <p:cNvPr id="3" name="Espace réservé de la date 2"/>
          <p:cNvSpPr>
            <a:spLocks noGrp="1"/>
          </p:cNvSpPr>
          <p:nvPr>
            <p:ph type="dt" sz="half" idx="10"/>
          </p:nvPr>
        </p:nvSpPr>
        <p:spPr/>
        <p:txBody>
          <a:bodyPr rtlCol="0"/>
          <a:lstStyle>
            <a:lvl1pPr>
              <a:defRPr/>
            </a:lvl1pPr>
          </a:lstStyle>
          <a:p>
            <a:fld id="{5B80ABE1-D260-4843-B80F-7D5268AEEE07}" type="datetime1">
              <a:rPr lang="fr-FR" smtClean="0"/>
              <a:t>08/02/2026</a:t>
            </a:fld>
            <a:endParaRPr lang="fr-FR" dirty="0"/>
          </a:p>
        </p:txBody>
      </p:sp>
      <p:sp>
        <p:nvSpPr>
          <p:cNvPr id="4" name="Espace réservé du pied de page 3"/>
          <p:cNvSpPr>
            <a:spLocks noGrp="1"/>
          </p:cNvSpPr>
          <p:nvPr>
            <p:ph type="ftr" sz="quarter" idx="11"/>
          </p:nvPr>
        </p:nvSpPr>
        <p:spPr/>
        <p:txBody>
          <a:bodyPr rtlCol="0"/>
          <a:lstStyle/>
          <a:p>
            <a:pPr rtl="0"/>
            <a:endParaRPr lang="fr-FR" dirty="0"/>
          </a:p>
        </p:txBody>
      </p:sp>
      <p:sp>
        <p:nvSpPr>
          <p:cNvPr id="5" name="Espace réservé du numéro de diapositive 4"/>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lvl1pPr>
              <a:defRPr/>
            </a:lvl1pPr>
          </a:lstStyle>
          <a:p>
            <a:fld id="{88B7253B-1B29-4A13-B3F4-5ABF9F84795C}" type="datetime1">
              <a:rPr lang="fr-FR" smtClean="0"/>
              <a:t>08/02/2026</a:t>
            </a:fld>
            <a:endParaRPr lang="fr-FR" dirty="0"/>
          </a:p>
        </p:txBody>
      </p:sp>
      <p:sp>
        <p:nvSpPr>
          <p:cNvPr id="3" name="Espace réservé du pied de page 2"/>
          <p:cNvSpPr>
            <a:spLocks noGrp="1"/>
          </p:cNvSpPr>
          <p:nvPr>
            <p:ph type="ftr" sz="quarter" idx="11"/>
          </p:nvPr>
        </p:nvSpPr>
        <p:spPr/>
        <p:txBody>
          <a:bodyPr rtlCol="0"/>
          <a:lstStyle/>
          <a:p>
            <a:pPr rtl="0"/>
            <a:endParaRPr lang="fr-FR" dirty="0"/>
          </a:p>
        </p:txBody>
      </p:sp>
      <p:sp>
        <p:nvSpPr>
          <p:cNvPr id="4" name="Espace réservé du numéro de diapositive 3"/>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218882" y="1701800"/>
            <a:ext cx="4062942" cy="2438400"/>
          </a:xfrm>
        </p:spPr>
        <p:txBody>
          <a:bodyPr rtlCol="0" anchor="b">
            <a:normAutofit/>
          </a:bodyPr>
          <a:lstStyle>
            <a:lvl1pPr algn="l" rtl="0">
              <a:defRPr sz="2800" b="0" cap="all" spc="200" baseline="0">
                <a:solidFill>
                  <a:schemeClr val="accent1"/>
                </a:solidFill>
              </a:defRPr>
            </a:lvl1pPr>
          </a:lstStyle>
          <a:p>
            <a:pPr rtl="0"/>
            <a:r>
              <a:rPr lang="fr-FR" smtClean="0"/>
              <a:t>Modifiez le style du titre</a:t>
            </a:r>
            <a:endParaRPr lang="fr-FR" dirty="0"/>
          </a:p>
        </p:txBody>
      </p:sp>
      <p:sp>
        <p:nvSpPr>
          <p:cNvPr id="4" name="Espace réservé du texte 3"/>
          <p:cNvSpPr>
            <a:spLocks noGrp="1"/>
          </p:cNvSpPr>
          <p:nvPr>
            <p:ph type="body" sz="half" idx="2" hasCustomPrompt="1"/>
          </p:nvPr>
        </p:nvSpPr>
        <p:spPr>
          <a:xfrm>
            <a:off x="1218882" y="4241800"/>
            <a:ext cx="4062942" cy="1930400"/>
          </a:xfrm>
        </p:spPr>
        <p:txBody>
          <a:bodyPr rtlCol="0">
            <a:normAutofit/>
          </a:bodyPr>
          <a:lstStyle>
            <a:lvl1pPr marL="0" indent="0" algn="l" rtl="0">
              <a:buNone/>
              <a:defRPr sz="2000"/>
            </a:lvl1pPr>
            <a:lvl2pPr marL="609600" indent="0" algn="l" rtl="0">
              <a:buNone/>
              <a:defRPr sz="1600"/>
            </a:lvl2pPr>
            <a:lvl3pPr marL="1219200" indent="0" algn="l" rtl="0">
              <a:buNone/>
              <a:defRPr sz="1300"/>
            </a:lvl3pPr>
            <a:lvl4pPr marL="1828165" indent="0" algn="l" rtl="0">
              <a:buNone/>
              <a:defRPr sz="1200"/>
            </a:lvl4pPr>
            <a:lvl5pPr marL="2437765" indent="0" algn="l" rtl="0">
              <a:buNone/>
              <a:defRPr sz="1200"/>
            </a:lvl5pPr>
            <a:lvl6pPr marL="3047365" indent="0" algn="l" rtl="0">
              <a:buNone/>
              <a:defRPr sz="1200"/>
            </a:lvl6pPr>
            <a:lvl7pPr marL="3656965" indent="0" algn="l" rtl="0">
              <a:buNone/>
              <a:defRPr sz="1200"/>
            </a:lvl7pPr>
            <a:lvl8pPr marL="4266565" indent="0" algn="l" rtl="0">
              <a:buNone/>
              <a:defRPr sz="1200"/>
            </a:lvl8pPr>
            <a:lvl9pPr marL="4876165" indent="0" algn="l" rtl="0">
              <a:buNone/>
              <a:defRPr sz="1200"/>
            </a:lvl9pPr>
          </a:lstStyle>
          <a:p>
            <a:pPr lvl="0" rtl="0"/>
            <a:r>
              <a:rPr lang="fr-FR" smtClean="0"/>
              <a:t>Modifiez les styles du texte du masque</a:t>
            </a:r>
          </a:p>
        </p:txBody>
      </p:sp>
      <p:sp>
        <p:nvSpPr>
          <p:cNvPr id="3" name="Espace réservé du contenu 2"/>
          <p:cNvSpPr>
            <a:spLocks noGrp="1"/>
          </p:cNvSpPr>
          <p:nvPr>
            <p:ph idx="1" hasCustomPrompt="1"/>
          </p:nvPr>
        </p:nvSpPr>
        <p:spPr>
          <a:xfrm>
            <a:off x="5484971" y="584200"/>
            <a:ext cx="6094413" cy="5588000"/>
          </a:xfrm>
        </p:spPr>
        <p:txBody>
          <a:bodyPr rtlCol="0">
            <a:normAutofit/>
          </a:bodyPr>
          <a:lstStyle>
            <a:lvl1pPr algn="l" rtl="0">
              <a:defRPr sz="2800"/>
            </a:lvl1pPr>
            <a:lvl2pPr algn="l" rtl="0">
              <a:defRPr sz="2400"/>
            </a:lvl2pPr>
            <a:lvl3pPr algn="l" rtl="0">
              <a:defRPr sz="2000"/>
            </a:lvl3pPr>
            <a:lvl4pPr algn="l" rtl="0">
              <a:defRPr sz="2000"/>
            </a:lvl4pPr>
            <a:lvl5pPr algn="l" rtl="0">
              <a:defRPr sz="2000"/>
            </a:lvl5pPr>
            <a:lvl6pPr algn="l" rtl="0">
              <a:defRPr sz="2000"/>
            </a:lvl6pPr>
            <a:lvl7pPr algn="l" rtl="0">
              <a:defRPr sz="2000"/>
            </a:lvl7pPr>
            <a:lvl8pPr algn="l" rtl="0">
              <a:defRPr sz="2000" baseline="0"/>
            </a:lvl8pPr>
            <a:lvl9pPr algn="l" rtl="0">
              <a:defRPr sz="2000" baseline="0"/>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5" name="Espace réservé de la date 4"/>
          <p:cNvSpPr>
            <a:spLocks noGrp="1"/>
          </p:cNvSpPr>
          <p:nvPr>
            <p:ph type="dt" sz="half" idx="10"/>
          </p:nvPr>
        </p:nvSpPr>
        <p:spPr/>
        <p:txBody>
          <a:bodyPr rtlCol="0"/>
          <a:lstStyle>
            <a:lvl1pPr>
              <a:defRPr/>
            </a:lvl1pPr>
          </a:lstStyle>
          <a:p>
            <a:fld id="{3FF95AA5-BF1E-4EB9-A1D5-0AB2DD60A2D9}" type="datetime1">
              <a:rPr lang="fr-FR" smtClean="0"/>
              <a:t>08/02/2026</a:t>
            </a:fld>
            <a:endParaRPr lang="fr-FR" dirty="0"/>
          </a:p>
        </p:txBody>
      </p:sp>
      <p:sp>
        <p:nvSpPr>
          <p:cNvPr id="6" name="Espace réservé du pied de page 5"/>
          <p:cNvSpPr>
            <a:spLocks noGrp="1"/>
          </p:cNvSpPr>
          <p:nvPr>
            <p:ph type="ftr" sz="quarter" idx="11"/>
          </p:nvPr>
        </p:nvSpPr>
        <p:spPr/>
        <p:txBody>
          <a:bodyPr rtlCol="0"/>
          <a:lstStyle/>
          <a:p>
            <a:pPr rtl="0"/>
            <a:endParaRPr lang="fr-FR" dirty="0"/>
          </a:p>
        </p:txBody>
      </p:sp>
      <p:sp>
        <p:nvSpPr>
          <p:cNvPr id="7" name="Espace réservé du numéro de diapositive 6"/>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218882" y="1701800"/>
            <a:ext cx="4062942" cy="2438400"/>
          </a:xfrm>
        </p:spPr>
        <p:txBody>
          <a:bodyPr rtlCol="0" anchor="b">
            <a:normAutofit/>
          </a:bodyPr>
          <a:lstStyle>
            <a:lvl1pPr algn="l" rtl="0">
              <a:defRPr sz="2800" b="0" cap="all" spc="200" baseline="0">
                <a:solidFill>
                  <a:schemeClr val="accent1"/>
                </a:solidFill>
              </a:defRPr>
            </a:lvl1pPr>
          </a:lstStyle>
          <a:p>
            <a:pPr rtl="0"/>
            <a:r>
              <a:rPr lang="fr-FR" smtClean="0"/>
              <a:t>Modifiez le style du titre</a:t>
            </a:r>
            <a:endParaRPr lang="fr-FR" dirty="0"/>
          </a:p>
        </p:txBody>
      </p:sp>
      <p:sp>
        <p:nvSpPr>
          <p:cNvPr id="4" name="Espace réservé du texte 3"/>
          <p:cNvSpPr>
            <a:spLocks noGrp="1"/>
          </p:cNvSpPr>
          <p:nvPr>
            <p:ph type="body" sz="half" idx="2" hasCustomPrompt="1"/>
          </p:nvPr>
        </p:nvSpPr>
        <p:spPr>
          <a:xfrm>
            <a:off x="1218882" y="4241800"/>
            <a:ext cx="4062942" cy="1930400"/>
          </a:xfrm>
        </p:spPr>
        <p:txBody>
          <a:bodyPr rtlCol="0">
            <a:normAutofit/>
          </a:bodyPr>
          <a:lstStyle>
            <a:lvl1pPr marL="0" indent="0" algn="l" rtl="0">
              <a:buNone/>
              <a:defRPr sz="2000"/>
            </a:lvl1pPr>
            <a:lvl2pPr marL="609600" indent="0" algn="l" rtl="0">
              <a:buNone/>
              <a:defRPr sz="1600"/>
            </a:lvl2pPr>
            <a:lvl3pPr marL="1219200" indent="0" algn="l" rtl="0">
              <a:buNone/>
              <a:defRPr sz="1300"/>
            </a:lvl3pPr>
            <a:lvl4pPr marL="1828165" indent="0" algn="l" rtl="0">
              <a:buNone/>
              <a:defRPr sz="1200"/>
            </a:lvl4pPr>
            <a:lvl5pPr marL="2437765" indent="0" algn="l" rtl="0">
              <a:buNone/>
              <a:defRPr sz="1200"/>
            </a:lvl5pPr>
            <a:lvl6pPr marL="3047365" indent="0" algn="l" rtl="0">
              <a:buNone/>
              <a:defRPr sz="1200"/>
            </a:lvl6pPr>
            <a:lvl7pPr marL="3656965" indent="0" algn="l" rtl="0">
              <a:buNone/>
              <a:defRPr sz="1200"/>
            </a:lvl7pPr>
            <a:lvl8pPr marL="4266565" indent="0" algn="l" rtl="0">
              <a:buNone/>
              <a:defRPr sz="1200"/>
            </a:lvl8pPr>
            <a:lvl9pPr marL="4876165" indent="0" algn="l" rtl="0">
              <a:buNone/>
              <a:defRPr sz="1200"/>
            </a:lvl9pPr>
          </a:lstStyle>
          <a:p>
            <a:pPr lvl="0" rtl="0"/>
            <a:r>
              <a:rPr lang="fr-FR" smtClean="0"/>
              <a:t>Modifiez les styles du texte du masque</a:t>
            </a:r>
          </a:p>
        </p:txBody>
      </p:sp>
      <p:sp>
        <p:nvSpPr>
          <p:cNvPr id="3" name="Espace réservé d’image 2" descr="Espace réservé vide pour ajouter une image. Cliquez sur l’espace réservé et sélectionnez l’image à ajouter."/>
          <p:cNvSpPr>
            <a:spLocks noGrp="1"/>
          </p:cNvSpPr>
          <p:nvPr>
            <p:ph type="pic" idx="1"/>
          </p:nvPr>
        </p:nvSpPr>
        <p:spPr>
          <a:xfrm>
            <a:off x="5484971" y="584200"/>
            <a:ext cx="6094413" cy="5588000"/>
          </a:xfrm>
          <a:ln w="12700">
            <a:solidFill>
              <a:schemeClr val="bg1">
                <a:lumMod val="75000"/>
                <a:lumOff val="25000"/>
              </a:schemeClr>
            </a:solidFill>
            <a:miter lim="800000"/>
          </a:ln>
        </p:spPr>
        <p:txBody>
          <a:bodyPr rtlCol="0">
            <a:normAutofit/>
          </a:bodyPr>
          <a:lstStyle>
            <a:lvl1pPr marL="0" indent="0" algn="l" rtl="0">
              <a:buNone/>
              <a:defRPr sz="2800"/>
            </a:lvl1pPr>
            <a:lvl2pPr marL="609600" indent="0" algn="l" rtl="0">
              <a:buNone/>
              <a:defRPr sz="3700"/>
            </a:lvl2pPr>
            <a:lvl3pPr marL="1219200" indent="0" algn="l" rtl="0">
              <a:buNone/>
              <a:defRPr sz="3200"/>
            </a:lvl3pPr>
            <a:lvl4pPr marL="1828165" indent="0" algn="l" rtl="0">
              <a:buNone/>
              <a:defRPr sz="2700"/>
            </a:lvl4pPr>
            <a:lvl5pPr marL="2437765" indent="0" algn="l" rtl="0">
              <a:buNone/>
              <a:defRPr sz="2700"/>
            </a:lvl5pPr>
            <a:lvl6pPr marL="3047365" indent="0" algn="l" rtl="0">
              <a:buNone/>
              <a:defRPr sz="2700"/>
            </a:lvl6pPr>
            <a:lvl7pPr marL="3656965" indent="0" algn="l" rtl="0">
              <a:buNone/>
              <a:defRPr sz="2700"/>
            </a:lvl7pPr>
            <a:lvl8pPr marL="4266565" indent="0" algn="l" rtl="0">
              <a:buNone/>
              <a:defRPr sz="2700"/>
            </a:lvl8pPr>
            <a:lvl9pPr marL="4876165" indent="0" algn="l" rtl="0">
              <a:buNone/>
              <a:defRPr sz="2700"/>
            </a:lvl9pPr>
          </a:lstStyle>
          <a:p>
            <a:pPr rtl="0"/>
            <a:r>
              <a:rPr lang="fr-FR" smtClean="0"/>
              <a:t>Cliquez sur l'icône pour ajouter une image</a:t>
            </a:r>
            <a:endParaRPr lang="fr-FR" dirty="0"/>
          </a:p>
        </p:txBody>
      </p:sp>
      <p:sp>
        <p:nvSpPr>
          <p:cNvPr id="5" name="Espace réservé de la date 4"/>
          <p:cNvSpPr>
            <a:spLocks noGrp="1"/>
          </p:cNvSpPr>
          <p:nvPr>
            <p:ph type="dt" sz="half" idx="10"/>
          </p:nvPr>
        </p:nvSpPr>
        <p:spPr/>
        <p:txBody>
          <a:bodyPr rtlCol="0"/>
          <a:lstStyle>
            <a:lvl1pPr>
              <a:defRPr/>
            </a:lvl1pPr>
          </a:lstStyle>
          <a:p>
            <a:fld id="{6F7BC923-82FA-41E3-BF4E-E946B22CD3AC}" type="datetime1">
              <a:rPr lang="fr-FR" smtClean="0"/>
              <a:t>08/02/2026</a:t>
            </a:fld>
            <a:endParaRPr lang="fr-FR" dirty="0"/>
          </a:p>
        </p:txBody>
      </p:sp>
      <p:sp>
        <p:nvSpPr>
          <p:cNvPr id="6" name="Espace réservé du pied de page 5"/>
          <p:cNvSpPr>
            <a:spLocks noGrp="1"/>
          </p:cNvSpPr>
          <p:nvPr>
            <p:ph type="ftr" sz="quarter" idx="11"/>
          </p:nvPr>
        </p:nvSpPr>
        <p:spPr/>
        <p:txBody>
          <a:bodyPr rtlCol="0"/>
          <a:lstStyle/>
          <a:p>
            <a:pPr rtl="0"/>
            <a:endParaRPr lang="fr-FR" dirty="0"/>
          </a:p>
        </p:txBody>
      </p:sp>
      <p:sp>
        <p:nvSpPr>
          <p:cNvPr id="7" name="Espace réservé du numéro de diapositive 6"/>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smtClean="0"/>
              <a:t>Modifiez le style du titre</a:t>
            </a:r>
            <a:endParaRPr lang="fr-FR" dirty="0"/>
          </a:p>
        </p:txBody>
      </p:sp>
      <p:sp>
        <p:nvSpPr>
          <p:cNvPr id="3" name="Espace réservé du texte vertical 2"/>
          <p:cNvSpPr>
            <a:spLocks noGrp="1"/>
          </p:cNvSpPr>
          <p:nvPr>
            <p:ph type="body" orient="vert" idx="1" hasCustomPrompt="1"/>
          </p:nvPr>
        </p:nvSpPr>
        <p:spPr/>
        <p:txBody>
          <a:bodyPr vert="eaVert" rtlCol="0"/>
          <a:lstStyle>
            <a:lvl5pPr algn="l" rtl="0">
              <a:defRPr/>
            </a:lvl5pPr>
            <a:lvl6pPr algn="l" rtl="0">
              <a:defRPr/>
            </a:lvl6pPr>
            <a:lvl7pPr algn="l" rtl="0">
              <a:defRPr/>
            </a:lvl7pPr>
            <a:lvl8pPr algn="l" rtl="0">
              <a:defRPr baseline="0"/>
            </a:lvl8pPr>
            <a:lvl9pPr algn="l" rtl="0">
              <a:defRPr baseline="0"/>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4" name="Espace réservé de la date 3"/>
          <p:cNvSpPr>
            <a:spLocks noGrp="1"/>
          </p:cNvSpPr>
          <p:nvPr>
            <p:ph type="dt" sz="half" idx="10"/>
          </p:nvPr>
        </p:nvSpPr>
        <p:spPr/>
        <p:txBody>
          <a:bodyPr rtlCol="0"/>
          <a:lstStyle>
            <a:lvl1pPr>
              <a:defRPr/>
            </a:lvl1pPr>
          </a:lstStyle>
          <a:p>
            <a:fld id="{8A1D2FCC-4233-4F14-8EDB-8DB44C2A50E0}" type="datetime1">
              <a:rPr lang="fr-FR" smtClean="0"/>
              <a:t>08/02/2026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6898" y="584200"/>
            <a:ext cx="2742486" cy="5588000"/>
          </a:xfrm>
        </p:spPr>
        <p:txBody>
          <a:bodyPr vert="eaVert" rtlCol="0"/>
          <a:lstStyle/>
          <a:p>
            <a:pPr rtl="0"/>
            <a:r>
              <a:rPr lang="fr-FR" smtClean="0"/>
              <a:t>Modifiez le style du titre</a:t>
            </a:r>
            <a:endParaRPr lang="fr-FR" dirty="0"/>
          </a:p>
        </p:txBody>
      </p:sp>
      <p:sp>
        <p:nvSpPr>
          <p:cNvPr id="3" name="Espace réservé du texte vertical 2"/>
          <p:cNvSpPr>
            <a:spLocks noGrp="1"/>
          </p:cNvSpPr>
          <p:nvPr>
            <p:ph type="body" orient="vert" idx="1" hasCustomPrompt="1"/>
          </p:nvPr>
        </p:nvSpPr>
        <p:spPr>
          <a:xfrm>
            <a:off x="1218882" y="584200"/>
            <a:ext cx="7414869" cy="5588000"/>
          </a:xfrm>
        </p:spPr>
        <p:txBody>
          <a:bodyPr vert="eaVert" rtlCol="0"/>
          <a:lstStyle>
            <a:lvl5pPr algn="l" rtl="0">
              <a:defRPr/>
            </a:lvl5pPr>
            <a:lvl6pPr algn="l" rtl="0">
              <a:defRPr/>
            </a:lvl6pPr>
            <a:lvl7pPr algn="l" rtl="0">
              <a:defRPr/>
            </a:lvl7pPr>
            <a:lvl8pPr algn="l" rtl="0">
              <a:defRPr/>
            </a:lvl8pPr>
            <a:lvl9pPr algn="l" rtl="0">
              <a:defRPr/>
            </a:lvl9pPr>
          </a:lstStyle>
          <a:p>
            <a:pPr lvl="0" rtl="0"/>
            <a:r>
              <a:rPr lang="fr-FR" smtClean="0"/>
              <a:t>Modifiez les styles du texte du masque</a:t>
            </a:r>
          </a:p>
          <a:p>
            <a:pPr lvl="1" rtl="0"/>
            <a:r>
              <a:rPr lang="fr-FR" smtClean="0"/>
              <a:t>Deuxième niveau</a:t>
            </a:r>
          </a:p>
          <a:p>
            <a:pPr lvl="2" rtl="0"/>
            <a:r>
              <a:rPr lang="fr-FR" smtClean="0"/>
              <a:t>Troisième niveau</a:t>
            </a:r>
          </a:p>
          <a:p>
            <a:pPr lvl="3" rtl="0"/>
            <a:r>
              <a:rPr lang="fr-FR" smtClean="0"/>
              <a:t>Quatrième niveau</a:t>
            </a:r>
          </a:p>
          <a:p>
            <a:pPr lvl="4" rtl="0"/>
            <a:r>
              <a:rPr lang="fr-FR" smtClean="0"/>
              <a:t>Cinquième niveau</a:t>
            </a:r>
            <a:endParaRPr lang="fr-FR" dirty="0"/>
          </a:p>
        </p:txBody>
      </p:sp>
      <p:sp>
        <p:nvSpPr>
          <p:cNvPr id="4" name="Espace réservé de la date 3"/>
          <p:cNvSpPr>
            <a:spLocks noGrp="1"/>
          </p:cNvSpPr>
          <p:nvPr>
            <p:ph type="dt" sz="half" idx="10"/>
          </p:nvPr>
        </p:nvSpPr>
        <p:spPr/>
        <p:txBody>
          <a:bodyPr rtlCol="0"/>
          <a:lstStyle>
            <a:lvl1pPr>
              <a:defRPr/>
            </a:lvl1pPr>
          </a:lstStyle>
          <a:p>
            <a:fld id="{763F31CA-359D-41CC-AD54-062A6FB97288}" type="datetime1">
              <a:rPr lang="fr-FR" smtClean="0"/>
              <a:t>08/02/2026</a:t>
            </a:fld>
            <a:endParaRPr lang="fr-FR" dirty="0"/>
          </a:p>
        </p:txBody>
      </p:sp>
      <p:sp>
        <p:nvSpPr>
          <p:cNvPr id="5" name="Espace réservé du pied de page 4"/>
          <p:cNvSpPr>
            <a:spLocks noGrp="1"/>
          </p:cNvSpPr>
          <p:nvPr>
            <p:ph type="ftr" sz="quarter" idx="11"/>
          </p:nvPr>
        </p:nvSpPr>
        <p:spPr/>
        <p:txBody>
          <a:bodyPr rtlCol="0"/>
          <a:lstStyle/>
          <a:p>
            <a:pPr rtl="0"/>
            <a:endParaRPr lang="fr-FR" dirty="0"/>
          </a:p>
        </p:txBody>
      </p:sp>
      <p:sp>
        <p:nvSpPr>
          <p:cNvPr id="6" name="Espace réservé du numéro de diapositive 5"/>
          <p:cNvSpPr>
            <a:spLocks noGrp="1"/>
          </p:cNvSpPr>
          <p:nvPr>
            <p:ph type="sldNum" sz="quarter" idx="12"/>
          </p:nvPr>
        </p:nvSpPr>
        <p:spPr/>
        <p:txBody>
          <a:bodyPr rtlCol="0"/>
          <a:lstStyle/>
          <a:p>
            <a:pPr algn="r"/>
            <a:fld id="{C014DD1E-5D91-48A3-AD6D-45FBA980D106}" type="slidenum">
              <a:rPr lang="fr-FR" smtClean="0"/>
              <a:t>‹N°›</a:t>
            </a:fld>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ignes de gauche"/>
          <p:cNvGrpSpPr/>
          <p:nvPr/>
        </p:nvGrpSpPr>
        <p:grpSpPr>
          <a:xfrm>
            <a:off x="-15870" y="-3174"/>
            <a:ext cx="819993" cy="5229225"/>
            <a:chOff x="-11906" y="-2381"/>
            <a:chExt cx="615155" cy="3921919"/>
          </a:xfrm>
        </p:grpSpPr>
        <p:sp>
          <p:nvSpPr>
            <p:cNvPr id="10" name="Forme libre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Lst>
              <a:ahLst/>
              <a:cxnLst>
                <a:cxn ang="0">
                  <a:pos x="connsiteX0-1" y="connsiteY0-2"/>
                </a:cxn>
                <a:cxn ang="0">
                  <a:pos x="connsiteX1-3" y="connsiteY1-4"/>
                </a:cxn>
                <a:cxn ang="0">
                  <a:pos x="connsiteX2-5" y="connsiteY2-6"/>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1" name="Forme libre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202024 w 612775"/>
                <a:gd name="connsiteY1-10" fmla="*/ 3607676 h 3919538"/>
                <a:gd name="connsiteX2-11" fmla="*/ 612775 w 612775"/>
                <a:gd name="connsiteY2-12" fmla="*/ 2984500 h 3919538"/>
                <a:gd name="connsiteX3" fmla="*/ 612775 w 612775"/>
                <a:gd name="connsiteY3" fmla="*/ 0 h 3919538"/>
                <a:gd name="connsiteX0-13" fmla="*/ 0 w 410751"/>
                <a:gd name="connsiteY0-14" fmla="*/ 3607676 h 3607676"/>
                <a:gd name="connsiteX1-15" fmla="*/ 410751 w 410751"/>
                <a:gd name="connsiteY1-16" fmla="*/ 2984500 h 3607676"/>
                <a:gd name="connsiteX2-17" fmla="*/ 410751 w 410751"/>
                <a:gd name="connsiteY2-18" fmla="*/ 0 h 3607676"/>
                <a:gd name="connsiteX0-19" fmla="*/ 0 w 410751"/>
                <a:gd name="connsiteY0-20" fmla="*/ 3607676 h 3607676"/>
                <a:gd name="connsiteX1-21" fmla="*/ 410751 w 410751"/>
                <a:gd name="connsiteY1-22" fmla="*/ 2984500 h 3607676"/>
                <a:gd name="connsiteX2-23" fmla="*/ 409575 w 410751"/>
                <a:gd name="connsiteY2-24" fmla="*/ 185820 h 3607676"/>
                <a:gd name="connsiteX3-25" fmla="*/ 410751 w 410751"/>
                <a:gd name="connsiteY3-26" fmla="*/ 0 h 3607676"/>
                <a:gd name="connsiteX0-27" fmla="*/ 0 w 410751"/>
                <a:gd name="connsiteY0-28" fmla="*/ 3421856 h 3421856"/>
                <a:gd name="connsiteX1-29" fmla="*/ 410751 w 410751"/>
                <a:gd name="connsiteY1-30" fmla="*/ 2798680 h 3421856"/>
                <a:gd name="connsiteX2-31" fmla="*/ 409575 w 410751"/>
                <a:gd name="connsiteY2-32" fmla="*/ 0 h 3421856"/>
              </a:gdLst>
              <a:ahLst/>
              <a:cxnLst>
                <a:cxn ang="0">
                  <a:pos x="connsiteX0-1" y="connsiteY0-2"/>
                </a:cxn>
                <a:cxn ang="0">
                  <a:pos x="connsiteX1-3" y="connsiteY1-4"/>
                </a:cxn>
                <a:cxn ang="0">
                  <a:pos x="connsiteX2-5" y="connsiteY2-6"/>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4" name="Forme libre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1" fmla="*/ 0 w 612775"/>
                <a:gd name="connsiteY0-2" fmla="*/ 3919538 h 3919538"/>
                <a:gd name="connsiteX1-3" fmla="*/ 612775 w 612775"/>
                <a:gd name="connsiteY1-4" fmla="*/ 2984500 h 3919538"/>
                <a:gd name="connsiteX2-5" fmla="*/ 612775 w 612775"/>
                <a:gd name="connsiteY2-6" fmla="*/ 0 h 3919538"/>
                <a:gd name="connsiteX0-7" fmla="*/ 0 w 612775"/>
                <a:gd name="connsiteY0-8" fmla="*/ 3919538 h 3919538"/>
                <a:gd name="connsiteX1-9" fmla="*/ 373856 w 612775"/>
                <a:gd name="connsiteY1-10" fmla="*/ 3344891 h 3919538"/>
                <a:gd name="connsiteX2-11" fmla="*/ 612775 w 612775"/>
                <a:gd name="connsiteY2-12" fmla="*/ 2984500 h 3919538"/>
                <a:gd name="connsiteX3" fmla="*/ 612775 w 612775"/>
                <a:gd name="connsiteY3" fmla="*/ 0 h 3919538"/>
                <a:gd name="connsiteX0-13" fmla="*/ 0 w 238919"/>
                <a:gd name="connsiteY0-14" fmla="*/ 3344891 h 3344891"/>
                <a:gd name="connsiteX1-15" fmla="*/ 238919 w 238919"/>
                <a:gd name="connsiteY1-16" fmla="*/ 2984500 h 3344891"/>
                <a:gd name="connsiteX2-17" fmla="*/ 238919 w 238919"/>
                <a:gd name="connsiteY2-18" fmla="*/ 0 h 3344891"/>
                <a:gd name="connsiteX0-19" fmla="*/ 0 w 238919"/>
                <a:gd name="connsiteY0-20" fmla="*/ 3344891 h 3344891"/>
                <a:gd name="connsiteX1-21" fmla="*/ 238919 w 238919"/>
                <a:gd name="connsiteY1-22" fmla="*/ 2984500 h 3344891"/>
                <a:gd name="connsiteX2-23" fmla="*/ 238125 w 238919"/>
                <a:gd name="connsiteY2-24" fmla="*/ 368330 h 3344891"/>
                <a:gd name="connsiteX3-25" fmla="*/ 238919 w 238919"/>
                <a:gd name="connsiteY3-26" fmla="*/ 0 h 3344891"/>
                <a:gd name="connsiteX0-27" fmla="*/ 0 w 238919"/>
                <a:gd name="connsiteY0-28" fmla="*/ 2976561 h 2976561"/>
                <a:gd name="connsiteX1-29" fmla="*/ 238919 w 238919"/>
                <a:gd name="connsiteY1-30" fmla="*/ 2616170 h 2976561"/>
                <a:gd name="connsiteX2-31" fmla="*/ 238125 w 238919"/>
                <a:gd name="connsiteY2-32" fmla="*/ 0 h 2976561"/>
              </a:gdLst>
              <a:ahLst/>
              <a:cxnLst>
                <a:cxn ang="0">
                  <a:pos x="connsiteX0-1" y="connsiteY0-2"/>
                </a:cxn>
                <a:cxn ang="0">
                  <a:pos x="connsiteX1-3" y="connsiteY1-4"/>
                </a:cxn>
                <a:cxn ang="0">
                  <a:pos x="connsiteX2-5" y="connsiteY2-6"/>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sp>
        <p:nvSpPr>
          <p:cNvPr id="2" name="Espace réservé du titre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pPr rtl="0"/>
            <a:r>
              <a:rPr lang="fr-FR" dirty="0" smtClean="0"/>
              <a:t>Modifiez le style du titre</a:t>
            </a:r>
            <a:endParaRPr lang="fr-FR" dirty="0"/>
          </a:p>
        </p:txBody>
      </p:sp>
      <p:sp>
        <p:nvSpPr>
          <p:cNvPr id="3" name="Espace réservé du texte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rtl="0"/>
            <a:r>
              <a:rPr lang="fr-FR" dirty="0" smtClean="0"/>
              <a:t>Modifiez les styles du texte du masque</a:t>
            </a:r>
          </a:p>
          <a:p>
            <a:pPr lvl="1" rtl="0"/>
            <a:r>
              <a:rPr lang="fr-FR" dirty="0" smtClean="0"/>
              <a:t>Deuxième niveau</a:t>
            </a:r>
          </a:p>
          <a:p>
            <a:pPr lvl="2" rtl="0"/>
            <a:r>
              <a:rPr lang="fr-FR" dirty="0" smtClean="0"/>
              <a:t>Troisième niveau</a:t>
            </a:r>
          </a:p>
          <a:p>
            <a:pPr lvl="3" rtl="0"/>
            <a:r>
              <a:rPr lang="fr-FR" dirty="0" smtClean="0"/>
              <a:t>Quatrième niveau</a:t>
            </a:r>
          </a:p>
          <a:p>
            <a:pPr lvl="4" rtl="0"/>
            <a:r>
              <a:rPr lang="fr-FR" dirty="0" smtClean="0"/>
              <a:t>Cinquième niveau</a:t>
            </a:r>
            <a:endParaRPr lang="fr-FR" dirty="0"/>
          </a:p>
        </p:txBody>
      </p:sp>
      <p:sp>
        <p:nvSpPr>
          <p:cNvPr id="4" name="Espace réservé de la date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rtl="0">
              <a:defRPr sz="1200">
                <a:solidFill>
                  <a:schemeClr val="tx1">
                    <a:tint val="75000"/>
                  </a:schemeClr>
                </a:solidFill>
              </a:defRPr>
            </a:lvl1pPr>
          </a:lstStyle>
          <a:p>
            <a:fld id="{64A97F8E-A89E-4ECD-B8CE-87968877804C}" type="datetime1">
              <a:rPr lang="fr-FR" smtClean="0"/>
              <a:t>08/02/2026</a:t>
            </a:fld>
            <a:endParaRPr lang="fr-FR" dirty="0"/>
          </a:p>
        </p:txBody>
      </p:sp>
      <p:sp>
        <p:nvSpPr>
          <p:cNvPr id="5" name="Espace réservé du pied de page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rtl="0">
              <a:defRPr sz="1200">
                <a:solidFill>
                  <a:schemeClr val="tx1">
                    <a:tint val="75000"/>
                  </a:schemeClr>
                </a:solidFill>
              </a:defRPr>
            </a:lvl1pPr>
          </a:lstStyle>
          <a:p>
            <a:pPr rtl="0"/>
            <a:endParaRPr lang="fr-FR" dirty="0"/>
          </a:p>
        </p:txBody>
      </p:sp>
      <p:sp>
        <p:nvSpPr>
          <p:cNvPr id="6" name="Espace réservé du numéro de diapositive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l" rtl="0">
              <a:defRPr sz="1200">
                <a:solidFill>
                  <a:schemeClr val="tx1">
                    <a:tint val="75000"/>
                  </a:schemeClr>
                </a:solidFill>
              </a:defRPr>
            </a:lvl1pPr>
          </a:lstStyle>
          <a:p>
            <a:pPr algn="r"/>
            <a:fld id="{C014DD1E-5D91-48A3-AD6D-45FBA980D106}" type="slidenum">
              <a:rPr lang="fr-FR" smtClean="0"/>
              <a:t>‹N°›</a:t>
            </a:fld>
            <a:endParaRPr lang="fr-FR"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2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ts val="1600"/>
        </a:spcBef>
        <a:buClr>
          <a:schemeClr val="accent1"/>
        </a:buClr>
        <a:buSzPct val="100000"/>
        <a:buFont typeface="Arial" panose="020B0604020202020204" pitchFamily="34" charset="0"/>
        <a:buChar char="•"/>
        <a:defRPr sz="2800" kern="1200">
          <a:solidFill>
            <a:schemeClr val="tx1"/>
          </a:solidFill>
          <a:latin typeface="+mn-lt"/>
          <a:ea typeface="+mn-ea"/>
          <a:cs typeface="+mn-cs"/>
        </a:defRPr>
      </a:lvl1pPr>
      <a:lvl2pPr marL="6096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400" kern="1200">
          <a:solidFill>
            <a:schemeClr val="tx1"/>
          </a:solidFill>
          <a:latin typeface="+mn-lt"/>
          <a:ea typeface="+mn-ea"/>
          <a:cs typeface="+mn-cs"/>
        </a:defRPr>
      </a:lvl2pPr>
      <a:lvl3pPr marL="9144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3pPr>
      <a:lvl4pPr marL="12192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4pPr>
      <a:lvl5pPr marL="1524000"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5pPr>
      <a:lvl6pPr marL="18281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6pPr>
      <a:lvl7pPr marL="21329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a:solidFill>
            <a:schemeClr val="tx1"/>
          </a:solidFill>
          <a:latin typeface="+mn-lt"/>
          <a:ea typeface="+mn-ea"/>
          <a:cs typeface="+mn-cs"/>
        </a:defRPr>
      </a:lvl7pPr>
      <a:lvl8pPr marL="24377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baseline="0">
          <a:solidFill>
            <a:schemeClr val="tx1"/>
          </a:solidFill>
          <a:latin typeface="+mn-lt"/>
          <a:ea typeface="+mn-ea"/>
          <a:cs typeface="+mn-cs"/>
        </a:defRPr>
      </a:lvl8pPr>
      <a:lvl9pPr marL="2742565" indent="-231775" algn="l" defTabSz="1219200" rtl="0" eaLnBrk="1" latinLnBrk="0" hangingPunct="1">
        <a:lnSpc>
          <a:spcPct val="90000"/>
        </a:lnSpc>
        <a:spcBef>
          <a:spcPts val="800"/>
        </a:spcBef>
        <a:buClr>
          <a:schemeClr val="accent1"/>
        </a:buClr>
        <a:buSzPct val="80000"/>
        <a:buFont typeface="Arial" panose="020B0604020202020204" pitchFamily="34" charset="0"/>
        <a:buChar char="•"/>
        <a:defRPr sz="2000" kern="1200" baseline="0">
          <a:solidFill>
            <a:schemeClr val="tx1"/>
          </a:solidFill>
          <a:latin typeface="+mn-lt"/>
          <a:ea typeface="+mn-ea"/>
          <a:cs typeface="+mn-cs"/>
        </a:defRPr>
      </a:lvl9pPr>
    </p:bodyStyle>
    <p:otherStyle>
      <a:defPPr>
        <a:defRPr/>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a:spLocks noGrp="1"/>
          </p:cNvSpPr>
          <p:nvPr>
            <p:ph type="ctrTitle"/>
          </p:nvPr>
        </p:nvSpPr>
        <p:spPr>
          <a:xfrm>
            <a:off x="2494280" y="1988820"/>
            <a:ext cx="7308850" cy="1202690"/>
          </a:xfrm>
        </p:spPr>
        <p:txBody>
          <a:bodyPr rtlCol="0">
            <a:normAutofit/>
          </a:bodyPr>
          <a:lstStyle/>
          <a:p>
            <a:pPr algn="ctr"/>
            <a:r>
              <a:rPr lang="en-US" altLang="fr-FR" sz="3555"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Mise en place des services de contr</a:t>
            </a:r>
            <a:r>
              <a:rPr lang="fr-FR" altLang="en-US" sz="3555"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o</a:t>
            </a:r>
            <a:r>
              <a:rPr lang="en-US" altLang="fr-FR" sz="3555"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le </a:t>
            </a:r>
            <a:r>
              <a:rPr lang="fr-FR" altLang="en-US" sz="3555"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à</a:t>
            </a:r>
            <a:r>
              <a:rPr lang="en-US" altLang="fr-FR" sz="3555"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distance Open SSH&amp;RDP</a:t>
            </a:r>
            <a:endParaRPr lang="fr-FR" sz="3555" dirty="0">
              <a:solidFill>
                <a:schemeClr val="bg2">
                  <a:lumMod val="40000"/>
                  <a:lumOff val="60000"/>
                </a:schemeClr>
              </a:solidFill>
              <a:latin typeface="Comic Sans MS" panose="030F0702030302020204" charset="0"/>
              <a:cs typeface="Comic Sans MS" panose="030F0702030302020204" charset="0"/>
            </a:endParaRPr>
          </a:p>
        </p:txBody>
      </p:sp>
      <p:pic>
        <p:nvPicPr>
          <p:cNvPr id="2" name="Image 1"/>
          <p:cNvPicPr>
            <a:picLocks noChangeAspect="1"/>
          </p:cNvPicPr>
          <p:nvPr/>
        </p:nvPicPr>
        <p:blipFill>
          <a:blip r:embed="rId3"/>
          <a:stretch>
            <a:fillRect/>
          </a:stretch>
        </p:blipFill>
        <p:spPr>
          <a:xfrm>
            <a:off x="838200" y="13335"/>
            <a:ext cx="722630" cy="766445"/>
          </a:xfrm>
          <a:prstGeom prst="rect">
            <a:avLst/>
          </a:prstGeom>
        </p:spPr>
      </p:pic>
      <p:pic>
        <p:nvPicPr>
          <p:cNvPr id="3" name="Image 2"/>
          <p:cNvPicPr>
            <a:picLocks noChangeAspect="1"/>
          </p:cNvPicPr>
          <p:nvPr/>
        </p:nvPicPr>
        <p:blipFill>
          <a:blip r:embed="rId4"/>
          <a:stretch>
            <a:fillRect/>
          </a:stretch>
        </p:blipFill>
        <p:spPr>
          <a:xfrm>
            <a:off x="11461750" y="21590"/>
            <a:ext cx="727075" cy="758190"/>
          </a:xfrm>
          <a:prstGeom prst="rect">
            <a:avLst/>
          </a:prstGeom>
        </p:spPr>
      </p:pic>
      <p:sp>
        <p:nvSpPr>
          <p:cNvPr id="4" name="Zone de texte 3"/>
          <p:cNvSpPr txBox="1"/>
          <p:nvPr/>
        </p:nvSpPr>
        <p:spPr>
          <a:xfrm>
            <a:off x="1630045" y="116840"/>
            <a:ext cx="2682240" cy="460375"/>
          </a:xfrm>
          <a:prstGeom prst="rect">
            <a:avLst/>
          </a:prstGeom>
          <a:noFill/>
        </p:spPr>
        <p:txBody>
          <a:bodyPr wrap="square" rtlCol="0" anchor="t">
            <a:spAutoFit/>
          </a:bodyPr>
          <a:lstStyle/>
          <a:p>
            <a:r>
              <a:rPr lang="en-US" altLang="fr-FR" sz="1200">
                <a:solidFill>
                  <a:schemeClr val="bg2">
                    <a:lumMod val="40000"/>
                    <a:lumOff val="60000"/>
                  </a:schemeClr>
                </a:solidFill>
              </a:rPr>
              <a:t>Minist</a:t>
            </a:r>
            <a:r>
              <a:rPr lang="" altLang="en-US" sz="1200">
                <a:solidFill>
                  <a:schemeClr val="bg2">
                    <a:lumMod val="40000"/>
                    <a:lumOff val="60000"/>
                  </a:schemeClr>
                </a:solidFill>
              </a:rPr>
              <a:t>è</a:t>
            </a:r>
            <a:r>
              <a:rPr lang="en-US" altLang="fr-FR" sz="1200">
                <a:solidFill>
                  <a:schemeClr val="bg2">
                    <a:lumMod val="40000"/>
                    <a:lumOff val="60000"/>
                  </a:schemeClr>
                </a:solidFill>
              </a:rPr>
              <a:t>re de l’Enseignement Sup</a:t>
            </a:r>
            <a:r>
              <a:rPr lang="en-US" altLang="en-US" sz="1200">
                <a:solidFill>
                  <a:schemeClr val="bg2">
                    <a:lumMod val="40000"/>
                    <a:lumOff val="60000"/>
                  </a:schemeClr>
                </a:solidFill>
              </a:rPr>
              <a:t>é</a:t>
            </a:r>
            <a:r>
              <a:rPr lang="en-US" altLang="fr-FR" sz="1200">
                <a:solidFill>
                  <a:schemeClr val="bg2">
                    <a:lumMod val="40000"/>
                    <a:lumOff val="60000"/>
                  </a:schemeClr>
                </a:solidFill>
              </a:rPr>
              <a:t>rieur et de la Recherche Scientifique</a:t>
            </a:r>
          </a:p>
        </p:txBody>
      </p:sp>
      <p:sp>
        <p:nvSpPr>
          <p:cNvPr id="7" name="Zone de texte 6"/>
          <p:cNvSpPr txBox="1"/>
          <p:nvPr/>
        </p:nvSpPr>
        <p:spPr>
          <a:xfrm>
            <a:off x="9262745" y="116840"/>
            <a:ext cx="2999740" cy="521970"/>
          </a:xfrm>
          <a:prstGeom prst="rect">
            <a:avLst/>
          </a:prstGeom>
        </p:spPr>
        <p:txBody>
          <a:bodyPr wrap="square">
            <a:spAutoFit/>
          </a:bodyPr>
          <a:lstStyle/>
          <a:p>
            <a:pPr marL="0" indent="0"/>
            <a:r>
              <a:rPr sz="1600" b="0" i="0">
                <a:solidFill>
                  <a:schemeClr val="bg2">
                    <a:lumMod val="40000"/>
                    <a:lumOff val="60000"/>
                  </a:schemeClr>
                </a:solidFill>
                <a:latin typeface="Arial" panose="020B0604020202020204"/>
                <a:ea typeface="Arial" panose="020B0604020202020204"/>
              </a:rPr>
              <a:t>I</a:t>
            </a:r>
            <a:r>
              <a:rPr sz="1200" b="0" i="0">
                <a:solidFill>
                  <a:schemeClr val="bg2">
                    <a:lumMod val="40000"/>
                    <a:lumOff val="60000"/>
                  </a:schemeClr>
                </a:solidFill>
                <a:latin typeface="Arial" panose="020B0604020202020204"/>
                <a:ea typeface="Arial" panose="020B0604020202020204"/>
              </a:rPr>
              <a:t>nstitut Supérieur des Etudes Technologiques de Sfax </a:t>
            </a:r>
          </a:p>
        </p:txBody>
      </p:sp>
      <p:sp>
        <p:nvSpPr>
          <p:cNvPr id="8" name="Zone de texte 7"/>
          <p:cNvSpPr txBox="1"/>
          <p:nvPr/>
        </p:nvSpPr>
        <p:spPr>
          <a:xfrm>
            <a:off x="3790315" y="5732780"/>
            <a:ext cx="5080000" cy="296545"/>
          </a:xfrm>
          <a:prstGeom prst="rect">
            <a:avLst/>
          </a:prstGeom>
        </p:spPr>
        <p:txBody>
          <a:bodyPr>
            <a:noAutofit/>
          </a:bodyPr>
          <a:lstStyle/>
          <a:p>
            <a:pPr algn="ctr"/>
            <a:r>
              <a:rPr sz="2000" b="1">
                <a:latin typeface="+mj-lt"/>
                <a:cs typeface="+mj-lt"/>
              </a:rPr>
              <a:t>Année universitaire 2025 </a:t>
            </a:r>
            <a:r>
              <a:rPr lang="en-US" sz="2000" b="1">
                <a:latin typeface="+mj-lt"/>
                <a:cs typeface="+mj-lt"/>
              </a:rPr>
              <a:t>-</a:t>
            </a:r>
            <a:r>
              <a:rPr sz="2000" b="1">
                <a:latin typeface="+mj-lt"/>
                <a:cs typeface="+mj-lt"/>
              </a:rPr>
              <a:t>2026</a:t>
            </a:r>
          </a:p>
        </p:txBody>
      </p:sp>
      <p:sp>
        <p:nvSpPr>
          <p:cNvPr id="9" name="Zone de texte 8"/>
          <p:cNvSpPr txBox="1"/>
          <p:nvPr/>
        </p:nvSpPr>
        <p:spPr>
          <a:xfrm>
            <a:off x="478155" y="4580890"/>
            <a:ext cx="3918585" cy="1322070"/>
          </a:xfrm>
          <a:prstGeom prst="rect">
            <a:avLst/>
          </a:prstGeom>
        </p:spPr>
        <p:txBody>
          <a:bodyPr wrap="square">
            <a:spAutoFit/>
          </a:bodyPr>
          <a:lstStyle/>
          <a:p>
            <a:r>
              <a:rPr sz="2000" b="1">
                <a:solidFill>
                  <a:schemeClr val="accent6">
                    <a:lumMod val="60000"/>
                    <a:lumOff val="40000"/>
                  </a:schemeClr>
                </a:solidFill>
                <a:latin typeface="+mj-lt"/>
                <a:cs typeface="+mj-lt"/>
              </a:rPr>
              <a:t>Réalisé par :</a:t>
            </a:r>
            <a:r>
              <a:rPr sz="2000" b="1">
                <a:solidFill>
                  <a:schemeClr val="tx1"/>
                </a:solidFill>
                <a:latin typeface="+mj-lt"/>
                <a:cs typeface="+mj-lt"/>
              </a:rPr>
              <a:t>Abbessi</a:t>
            </a:r>
            <a:r>
              <a:rPr lang="en-US" sz="2000" b="1">
                <a:solidFill>
                  <a:schemeClr val="tx1"/>
                </a:solidFill>
                <a:latin typeface="+mj-lt"/>
                <a:cs typeface="+mj-lt"/>
              </a:rPr>
              <a:t> </a:t>
            </a:r>
            <a:r>
              <a:rPr sz="2000" b="1">
                <a:solidFill>
                  <a:schemeClr val="tx1"/>
                </a:solidFill>
                <a:latin typeface="+mj-lt"/>
                <a:cs typeface="+mj-lt"/>
              </a:rPr>
              <a:t>Sondes</a:t>
            </a:r>
          </a:p>
          <a:p>
            <a:r>
              <a:rPr lang="en-US" sz="2000" b="1">
                <a:solidFill>
                  <a:schemeClr val="tx1"/>
                </a:solidFill>
                <a:latin typeface="+mj-lt"/>
                <a:cs typeface="+mj-lt"/>
              </a:rPr>
              <a:t>                        </a:t>
            </a:r>
            <a:r>
              <a:rPr sz="2000" b="1">
                <a:solidFill>
                  <a:schemeClr val="tx1"/>
                </a:solidFill>
                <a:latin typeface="+mj-lt"/>
                <a:cs typeface="+mj-lt"/>
              </a:rPr>
              <a:t>Elkhechine Zaineb</a:t>
            </a:r>
            <a:endParaRPr sz="2000" b="1">
              <a:solidFill>
                <a:schemeClr val="accent6">
                  <a:lumMod val="60000"/>
                  <a:lumOff val="40000"/>
                </a:schemeClr>
              </a:solidFill>
              <a:latin typeface="+mj-lt"/>
              <a:cs typeface="+mj-lt"/>
            </a:endParaRPr>
          </a:p>
          <a:p>
            <a:r>
              <a:rPr sz="2000" b="1">
                <a:solidFill>
                  <a:schemeClr val="accent6">
                    <a:lumMod val="60000"/>
                    <a:lumOff val="40000"/>
                  </a:schemeClr>
                </a:solidFill>
                <a:latin typeface="+mj-lt"/>
                <a:cs typeface="+mj-lt"/>
              </a:rPr>
              <a:t>Encadré par :</a:t>
            </a:r>
            <a:r>
              <a:rPr lang="en-US" sz="2000" b="1">
                <a:solidFill>
                  <a:schemeClr val="accent6">
                    <a:lumMod val="60000"/>
                    <a:lumOff val="40000"/>
                  </a:schemeClr>
                </a:solidFill>
                <a:latin typeface="+mj-lt"/>
                <a:cs typeface="+mj-lt"/>
              </a:rPr>
              <a:t> </a:t>
            </a:r>
            <a:r>
              <a:rPr lang="en-US" sz="2000" b="1">
                <a:solidFill>
                  <a:schemeClr val="tx1"/>
                </a:solidFill>
                <a:latin typeface="+mj-lt"/>
                <a:cs typeface="+mj-lt"/>
              </a:rPr>
              <a:t>Mr Tlili Lotfi</a:t>
            </a:r>
            <a:endParaRPr sz="2000" b="1">
              <a:solidFill>
                <a:schemeClr val="tx1"/>
              </a:solidFill>
              <a:latin typeface="+mj-lt"/>
              <a:cs typeface="+mj-lt"/>
            </a:endParaRPr>
          </a:p>
          <a:p>
            <a:r>
              <a:rPr sz="2000" b="1">
                <a:solidFill>
                  <a:schemeClr val="accent6">
                    <a:lumMod val="60000"/>
                    <a:lumOff val="40000"/>
                  </a:schemeClr>
                </a:solidFill>
                <a:latin typeface="Times New Roman" panose="02020603050405020304" charset="0"/>
                <a:cs typeface="Times New Roman" panose="0202060305040502030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contenu 13"/>
          <p:cNvSpPr>
            <a:spLocks noGrp="1"/>
          </p:cNvSpPr>
          <p:nvPr>
            <p:ph idx="1"/>
          </p:nvPr>
        </p:nvSpPr>
        <p:spPr>
          <a:xfrm>
            <a:off x="2566020" y="2204864"/>
            <a:ext cx="6984776" cy="3024336"/>
          </a:xfrm>
        </p:spPr>
        <p:txBody>
          <a:bodyPr rtlCol="0">
            <a:noAutofit/>
          </a:bodyPr>
          <a:lstStyle/>
          <a:p>
            <a:pPr marL="342900" indent="-342900" rtl="0">
              <a:buFont typeface="+mj-lt"/>
              <a:buAutoNum type="arabicPeriod"/>
            </a:pPr>
            <a:r>
              <a:rPr lang="en-US" altLang="fr-FR" sz="3600" b="1"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Introduction</a:t>
            </a:r>
          </a:p>
          <a:p>
            <a:pPr marL="342900" indent="-342900" rtl="0">
              <a:buFont typeface="+mj-lt"/>
              <a:buAutoNum type="arabicPeriod"/>
            </a:pPr>
            <a:r>
              <a:rPr lang="fr-FR" sz="3600" b="1"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Présentation </a:t>
            </a:r>
            <a:r>
              <a:rPr lang="fr-FR" sz="3600" b="1"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du service OpenSSL</a:t>
            </a:r>
          </a:p>
          <a:p>
            <a:pPr marL="342900" indent="-342900" rtl="0">
              <a:buFont typeface="+mj-lt"/>
              <a:buAutoNum type="arabicPeriod"/>
            </a:pPr>
            <a:r>
              <a:rPr lang="fr-FR" sz="3600" b="1"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Présentation </a:t>
            </a:r>
            <a:r>
              <a:rPr lang="fr-FR" sz="3600" b="1" dirty="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du </a:t>
            </a:r>
            <a:r>
              <a:rPr lang="fr-FR" sz="3600" b="1"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protocole RDP</a:t>
            </a:r>
          </a:p>
          <a:p>
            <a:pPr marL="342900" indent="-342900" rtl="0">
              <a:buFont typeface="+mj-lt"/>
              <a:buAutoNum type="arabicPeriod"/>
            </a:pPr>
            <a:r>
              <a:rPr lang="en-US" altLang="fr-FR" sz="3600"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sym typeface="+mn-ea"/>
              </a:rPr>
              <a:t>Conclusion</a:t>
            </a:r>
            <a:endParaRPr lang="fr-FR" sz="3600" cap="none" spc="0" dirty="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endParaRPr>
          </a:p>
          <a:p>
            <a:pPr marL="514350" indent="-514350">
              <a:buFont typeface="+mj-lt"/>
              <a:buAutoNum type="arabicPeriod"/>
            </a:pPr>
            <a:endParaRPr lang="fr-FR" sz="1800" cap="none" spc="0" dirty="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endParaRPr>
          </a:p>
        </p:txBody>
      </p:sp>
      <p:sp>
        <p:nvSpPr>
          <p:cNvPr id="2" name="Rectangle 1"/>
          <p:cNvSpPr/>
          <p:nvPr/>
        </p:nvSpPr>
        <p:spPr>
          <a:xfrm>
            <a:off x="2566020" y="1099516"/>
            <a:ext cx="1436612" cy="923330"/>
          </a:xfrm>
          <a:prstGeom prst="rect">
            <a:avLst/>
          </a:prstGeom>
          <a:noFill/>
        </p:spPr>
        <p:txBody>
          <a:bodyPr wrap="none" lIns="91440" tIns="45720" rIns="91440" bIns="45720">
            <a:spAutoFit/>
          </a:bodyPr>
          <a:lstStyle/>
          <a:p>
            <a:pPr algn="ctr"/>
            <a:r>
              <a:rPr lang="fr-FR"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Plan</a:t>
            </a:r>
            <a:endParaRPr lang="fr-FR"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US" altLang="fr-FR" sz="44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Introduction </a:t>
            </a:r>
          </a:p>
        </p:txBody>
      </p:sp>
      <p:sp>
        <p:nvSpPr>
          <p:cNvPr id="3" name="Espace réservé du contenu 2"/>
          <p:cNvSpPr>
            <a:spLocks noGrp="1"/>
          </p:cNvSpPr>
          <p:nvPr>
            <p:ph idx="1"/>
          </p:nvPr>
        </p:nvSpPr>
        <p:spPr/>
        <p:txBody>
          <a:bodyPr/>
          <a:lstStyle/>
          <a:p>
            <a:r>
              <a:rPr lang="en-US" altLang="fr-FR"/>
              <a:t>L’administration à distance est indispensable dans les syst</a:t>
            </a:r>
            <a:r>
              <a:rPr lang="en-US" altLang="en-US"/>
              <a:t>è</a:t>
            </a:r>
            <a:r>
              <a:rPr lang="en-US" altLang="fr-FR"/>
              <a:t>mes informatiques modernes. OpenSSH et RDP sont deux protocoles largement utilis</a:t>
            </a:r>
            <a:r>
              <a:rPr lang="en-US" altLang="en-US"/>
              <a:t>é</a:t>
            </a:r>
            <a:r>
              <a:rPr lang="en-US" altLang="fr-FR"/>
              <a:t>s pour acc</a:t>
            </a:r>
            <a:r>
              <a:rPr lang="en-US" altLang="en-US"/>
              <a:t>é</a:t>
            </a:r>
            <a:r>
              <a:rPr lang="en-US" altLang="fr-FR"/>
              <a:t>der aux machines à distance de mani</a:t>
            </a:r>
            <a:r>
              <a:rPr lang="en-US" altLang="en-US"/>
              <a:t>è</a:t>
            </a:r>
            <a:r>
              <a:rPr lang="en-US" altLang="fr-FR"/>
              <a:t>re s</a:t>
            </a:r>
            <a:r>
              <a:rPr lang="en-US" altLang="en-US"/>
              <a:t>é</a:t>
            </a:r>
            <a:r>
              <a:rPr lang="en-US" altLang="fr-FR"/>
              <a:t>curis</a:t>
            </a:r>
            <a:r>
              <a:rPr lang="en-US" altLang="en-US"/>
              <a:t>é</a:t>
            </a:r>
            <a:r>
              <a:rPr lang="en-US" altLang="fr-FR"/>
              <a:t>e. OpenSSH permet une gestion en ligne de commande, tandis que RDP offre un acc</a:t>
            </a:r>
            <a:r>
              <a:rPr lang="en-US" altLang="en-US"/>
              <a:t>è</a:t>
            </a:r>
            <a:r>
              <a:rPr lang="en-US" altLang="fr-FR"/>
              <a:t>s graphique complet aux syst</a:t>
            </a:r>
            <a:r>
              <a:rPr lang="en-US" altLang="en-US"/>
              <a:t>è</a:t>
            </a:r>
            <a:r>
              <a:rPr lang="en-US" altLang="fr-FR"/>
              <a:t>mes Windows.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alibri" panose="020F0502020204030204" charset="0"/>
                <a:cs typeface="Calibri" panose="020F0502020204030204" charset="0"/>
                <a:sym typeface="+mn-ea"/>
              </a:rPr>
              <a:t>I-</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Presentation du services Openssh</a:t>
            </a:r>
            <a:endParaRPr lang="fr-FR" altLang="en-US" sz="4000"/>
          </a:p>
        </p:txBody>
      </p:sp>
      <p:sp>
        <p:nvSpPr>
          <p:cNvPr id="3" name="Espace réservé du contenu 2"/>
          <p:cNvSpPr>
            <a:spLocks noGrp="1"/>
          </p:cNvSpPr>
          <p:nvPr>
            <p:ph idx="1"/>
          </p:nvPr>
        </p:nvSpPr>
        <p:spPr/>
        <p:txBody>
          <a:bodyPr>
            <a:normAutofit/>
          </a:bodyPr>
          <a:lstStyle/>
          <a:p>
            <a:pPr marL="0" indent="0">
              <a:buNone/>
            </a:pPr>
            <a:r>
              <a:rPr lang="en-US" altLang="fr-FR" dirty="0" err="1"/>
              <a:t>OpenSSH</a:t>
            </a:r>
            <a:r>
              <a:rPr lang="en-US" altLang="fr-FR" dirty="0"/>
              <a:t> </a:t>
            </a:r>
            <a:r>
              <a:rPr lang="en-US" altLang="fr-FR" dirty="0" err="1"/>
              <a:t>est</a:t>
            </a:r>
            <a:r>
              <a:rPr lang="en-US" altLang="fr-FR" dirty="0"/>
              <a:t> </a:t>
            </a:r>
            <a:r>
              <a:rPr lang="en-US" altLang="fr-FR" dirty="0" err="1"/>
              <a:t>une</a:t>
            </a:r>
            <a:r>
              <a:rPr lang="en-US" altLang="fr-FR" dirty="0"/>
              <a:t> </a:t>
            </a:r>
            <a:r>
              <a:rPr lang="en-US" altLang="fr-FR" dirty="0" err="1"/>
              <a:t>impl</a:t>
            </a:r>
            <a:r>
              <a:rPr lang="en-US" altLang="en-US" dirty="0" err="1"/>
              <a:t>é</a:t>
            </a:r>
            <a:r>
              <a:rPr lang="en-US" altLang="fr-FR" dirty="0" err="1"/>
              <a:t>mentation</a:t>
            </a:r>
            <a:r>
              <a:rPr lang="en-US" altLang="fr-FR" dirty="0"/>
              <a:t> </a:t>
            </a:r>
            <a:r>
              <a:rPr lang="en-US" altLang="fr-FR" dirty="0" err="1"/>
              <a:t>libre</a:t>
            </a:r>
            <a:r>
              <a:rPr lang="en-US" altLang="fr-FR" dirty="0"/>
              <a:t> et open source du </a:t>
            </a:r>
            <a:r>
              <a:rPr lang="en-US" altLang="fr-FR" dirty="0" err="1"/>
              <a:t>protocole</a:t>
            </a:r>
            <a:r>
              <a:rPr lang="en-US" altLang="fr-FR" dirty="0"/>
              <a:t> SSH (Secure Shell). Il </a:t>
            </a:r>
            <a:r>
              <a:rPr lang="en-US" altLang="fr-FR" dirty="0" err="1"/>
              <a:t>permet</a:t>
            </a:r>
            <a:r>
              <a:rPr lang="en-US" altLang="fr-FR" dirty="0"/>
              <a:t> </a:t>
            </a:r>
            <a:r>
              <a:rPr lang="en-US" altLang="fr-FR" dirty="0" err="1"/>
              <a:t>d’</a:t>
            </a:r>
            <a:r>
              <a:rPr lang="en-US" altLang="en-US" dirty="0" err="1"/>
              <a:t>é</a:t>
            </a:r>
            <a:r>
              <a:rPr lang="en-US" altLang="fr-FR" dirty="0" err="1"/>
              <a:t>tablir</a:t>
            </a:r>
            <a:r>
              <a:rPr lang="en-US" altLang="fr-FR" dirty="0"/>
              <a:t> </a:t>
            </a:r>
            <a:r>
              <a:rPr lang="en-US" altLang="fr-FR" dirty="0" err="1"/>
              <a:t>une</a:t>
            </a:r>
            <a:r>
              <a:rPr lang="en-US" altLang="fr-FR" dirty="0"/>
              <a:t> </a:t>
            </a:r>
            <a:r>
              <a:rPr lang="en-US" altLang="fr-FR" dirty="0" err="1"/>
              <a:t>connexion</a:t>
            </a:r>
            <a:r>
              <a:rPr lang="en-US" altLang="fr-FR" dirty="0"/>
              <a:t> </a:t>
            </a:r>
            <a:r>
              <a:rPr lang="en-US" altLang="fr-FR" dirty="0" err="1"/>
              <a:t>distante</a:t>
            </a:r>
            <a:r>
              <a:rPr lang="en-US" altLang="fr-FR" dirty="0"/>
              <a:t> </a:t>
            </a:r>
            <a:r>
              <a:rPr lang="en-US" altLang="fr-FR" dirty="0" err="1"/>
              <a:t>s</a:t>
            </a:r>
            <a:r>
              <a:rPr lang="en-US" altLang="en-US" dirty="0" err="1"/>
              <a:t>é</a:t>
            </a:r>
            <a:r>
              <a:rPr lang="en-US" altLang="fr-FR" dirty="0" err="1"/>
              <a:t>curis</a:t>
            </a:r>
            <a:r>
              <a:rPr lang="en-US" altLang="en-US" dirty="0" err="1"/>
              <a:t>é</a:t>
            </a:r>
            <a:r>
              <a:rPr lang="en-US" altLang="fr-FR" dirty="0" err="1"/>
              <a:t>e</a:t>
            </a:r>
            <a:r>
              <a:rPr lang="en-US" altLang="fr-FR" dirty="0"/>
              <a:t> entre un client et un </a:t>
            </a:r>
            <a:r>
              <a:rPr lang="en-US" altLang="fr-FR" dirty="0" err="1"/>
              <a:t>serveur</a:t>
            </a:r>
            <a:r>
              <a:rPr lang="en-US" altLang="fr-FR" dirty="0"/>
              <a:t> gr</a:t>
            </a:r>
            <a:r>
              <a:rPr lang="en-US" altLang="en-US" dirty="0"/>
              <a:t>â</a:t>
            </a:r>
            <a:r>
              <a:rPr lang="en-US" altLang="fr-FR" dirty="0"/>
              <a:t>ce au </a:t>
            </a:r>
            <a:r>
              <a:rPr lang="en-US" altLang="fr-FR" dirty="0" err="1"/>
              <a:t>chiffrement</a:t>
            </a:r>
            <a:r>
              <a:rPr lang="en-US" altLang="fr-FR" dirty="0"/>
              <a:t> des </a:t>
            </a:r>
            <a:r>
              <a:rPr lang="en-US" altLang="fr-FR" dirty="0" err="1"/>
              <a:t>donn</a:t>
            </a:r>
            <a:r>
              <a:rPr lang="en-US" altLang="en-US" dirty="0" err="1"/>
              <a:t>é</a:t>
            </a:r>
            <a:r>
              <a:rPr lang="en-US" altLang="fr-FR" dirty="0" err="1"/>
              <a:t>es</a:t>
            </a:r>
            <a:r>
              <a:rPr lang="en-US" altLang="fr-FR" dirty="0"/>
              <a:t>, à </a:t>
            </a:r>
            <a:r>
              <a:rPr lang="en-US" altLang="fr-FR" dirty="0" err="1"/>
              <a:t>l’authentification</a:t>
            </a:r>
            <a:r>
              <a:rPr lang="en-US" altLang="fr-FR" dirty="0"/>
              <a:t> des </a:t>
            </a:r>
            <a:r>
              <a:rPr lang="en-US" altLang="fr-FR" dirty="0" err="1"/>
              <a:t>utilisateurs</a:t>
            </a:r>
            <a:r>
              <a:rPr lang="en-US" altLang="fr-FR" dirty="0"/>
              <a:t> et à la protection </a:t>
            </a:r>
            <a:r>
              <a:rPr lang="en-US" altLang="fr-FR" dirty="0" err="1"/>
              <a:t>contre</a:t>
            </a:r>
            <a:r>
              <a:rPr lang="en-US" altLang="fr-FR" dirty="0"/>
              <a:t> les </a:t>
            </a:r>
            <a:r>
              <a:rPr lang="en-US" altLang="fr-FR" dirty="0" err="1"/>
              <a:t>attaques</a:t>
            </a:r>
            <a:r>
              <a:rPr lang="en-US" altLang="fr-FR" dirty="0"/>
              <a:t> </a:t>
            </a:r>
            <a:r>
              <a:rPr lang="en-US" altLang="fr-FR" dirty="0" err="1"/>
              <a:t>r</a:t>
            </a:r>
            <a:r>
              <a:rPr lang="en-US" altLang="en-US" dirty="0" err="1"/>
              <a:t>é</a:t>
            </a:r>
            <a:r>
              <a:rPr lang="en-US" altLang="fr-FR" dirty="0" err="1"/>
              <a:t>seau</a:t>
            </a:r>
            <a:r>
              <a:rPr lang="en-US" altLang="fr-FR" dirty="0"/>
              <a:t>. </a:t>
            </a:r>
            <a:r>
              <a:rPr lang="en-US" altLang="fr-FR" dirty="0" err="1"/>
              <a:t>OpenSSH</a:t>
            </a:r>
            <a:r>
              <a:rPr lang="en-US" altLang="fr-FR" dirty="0"/>
              <a:t> </a:t>
            </a:r>
            <a:r>
              <a:rPr lang="en-US" altLang="fr-FR" dirty="0" err="1"/>
              <a:t>est</a:t>
            </a:r>
            <a:r>
              <a:rPr lang="en-US" altLang="fr-FR" dirty="0"/>
              <a:t> </a:t>
            </a:r>
            <a:r>
              <a:rPr lang="en-US" altLang="fr-FR" dirty="0" err="1"/>
              <a:t>largement</a:t>
            </a:r>
            <a:r>
              <a:rPr lang="en-US" altLang="fr-FR" dirty="0"/>
              <a:t> </a:t>
            </a:r>
            <a:r>
              <a:rPr lang="en-US" altLang="fr-FR" dirty="0" err="1"/>
              <a:t>utilis</a:t>
            </a:r>
            <a:r>
              <a:rPr lang="en-US" altLang="en-US" dirty="0" err="1"/>
              <a:t>é</a:t>
            </a:r>
            <a:r>
              <a:rPr lang="en-US" altLang="fr-FR" dirty="0"/>
              <a:t> pour </a:t>
            </a:r>
            <a:r>
              <a:rPr lang="en-US" altLang="fr-FR" dirty="0" err="1"/>
              <a:t>l’administration</a:t>
            </a:r>
            <a:r>
              <a:rPr lang="en-US" altLang="fr-FR" dirty="0"/>
              <a:t> à distance des </a:t>
            </a:r>
            <a:r>
              <a:rPr lang="en-US" altLang="fr-FR" dirty="0" err="1"/>
              <a:t>syst</a:t>
            </a:r>
            <a:r>
              <a:rPr lang="en-US" altLang="en-US" dirty="0" err="1"/>
              <a:t>è</a:t>
            </a:r>
            <a:r>
              <a:rPr lang="en-US" altLang="fr-FR" dirty="0" err="1"/>
              <a:t>mes</a:t>
            </a:r>
            <a:r>
              <a:rPr lang="en-US" altLang="fr-FR" dirty="0"/>
              <a:t>, </a:t>
            </a:r>
            <a:r>
              <a:rPr lang="en-US" altLang="fr-FR" dirty="0" err="1"/>
              <a:t>aussi</a:t>
            </a:r>
            <a:r>
              <a:rPr lang="en-US" altLang="fr-FR" dirty="0"/>
              <a:t> </a:t>
            </a:r>
            <a:r>
              <a:rPr lang="en-US" altLang="fr-FR" dirty="0" err="1"/>
              <a:t>bien</a:t>
            </a:r>
            <a:r>
              <a:rPr lang="en-US" altLang="fr-FR" dirty="0"/>
              <a:t> sous Linux que sous Windows.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l"/>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r>
            <a:b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b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01-Fonctionement du protocole SSH</a:t>
            </a:r>
          </a:p>
        </p:txBody>
      </p:sp>
      <p:pic>
        <p:nvPicPr>
          <p:cNvPr id="4" name="Espace réservé du contenu 3"/>
          <p:cNvPicPr>
            <a:picLocks noGrp="1" noChangeAspect="1"/>
          </p:cNvPicPr>
          <p:nvPr>
            <p:ph idx="1"/>
          </p:nvPr>
        </p:nvPicPr>
        <p:blipFill>
          <a:blip r:embed="rId2"/>
          <a:stretch>
            <a:fillRect/>
          </a:stretch>
        </p:blipFill>
        <p:spPr>
          <a:xfrm>
            <a:off x="2277745" y="1700530"/>
            <a:ext cx="7545705" cy="4170045"/>
          </a:xfrm>
          <a:prstGeom prst="rect">
            <a:avLst/>
          </a:prstGeom>
        </p:spPr>
      </p:pic>
      <p:sp>
        <p:nvSpPr>
          <p:cNvPr id="5" name="Zone de texte 4"/>
          <p:cNvSpPr txBox="1"/>
          <p:nvPr/>
        </p:nvSpPr>
        <p:spPr>
          <a:xfrm>
            <a:off x="9987915" y="1484630"/>
            <a:ext cx="2080895" cy="1574800"/>
          </a:xfrm>
          <a:prstGeom prst="rect">
            <a:avLst/>
          </a:prstGeom>
        </p:spPr>
        <p:txBody>
          <a:bodyPr>
            <a:noAutofit/>
          </a:bodyPr>
          <a:lstStyle/>
          <a:p>
            <a:r>
              <a:rPr sz="1600" dirty="0"/>
              <a:t>SSH </a:t>
            </a:r>
            <a:r>
              <a:rPr sz="1600" dirty="0" err="1"/>
              <a:t>apporte</a:t>
            </a:r>
            <a:r>
              <a:rPr sz="1600" dirty="0"/>
              <a:t> des </a:t>
            </a:r>
            <a:r>
              <a:rPr sz="1600" dirty="0" err="1"/>
              <a:t>fonctionnalités</a:t>
            </a:r>
            <a:r>
              <a:rPr sz="1600" dirty="0"/>
              <a:t> plus </a:t>
            </a:r>
            <a:r>
              <a:rPr sz="1600" dirty="0" err="1"/>
              <a:t>nombreuses</a:t>
            </a:r>
            <a:r>
              <a:rPr sz="1600" dirty="0"/>
              <a:t> que Telnet, au-</a:t>
            </a:r>
            <a:r>
              <a:rPr sz="1600" dirty="0" err="1"/>
              <a:t>delà</a:t>
            </a:r>
            <a:r>
              <a:rPr sz="1600" dirty="0"/>
              <a:t> de </a:t>
            </a:r>
            <a:r>
              <a:rPr sz="1600" dirty="0" err="1"/>
              <a:t>l'aspect</a:t>
            </a:r>
            <a:r>
              <a:rPr sz="1600" dirty="0"/>
              <a:t> </a:t>
            </a:r>
            <a:r>
              <a:rPr sz="1600" dirty="0" err="1"/>
              <a:t>sécurité</a:t>
            </a:r>
            <a:r>
              <a:rPr sz="1600" dirty="0"/>
              <a:t>.</a:t>
            </a:r>
          </a:p>
          <a:p>
            <a:r>
              <a:rPr lang="en-US" sz="1600" dirty="0"/>
              <a:t>port par defaut:22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altLang="fr-FR" sz="4445"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 A quoi sert le openSSH ?</a:t>
            </a:r>
            <a:r>
              <a:rPr lang="en-US" altLang="fr-FR"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r>
            <a:br>
              <a:rPr lang="en-US" altLang="fr-FR"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br>
            <a:endParaRPr lang="fr-FR" altLang="en-US"/>
          </a:p>
        </p:txBody>
      </p:sp>
      <p:sp>
        <p:nvSpPr>
          <p:cNvPr id="3" name="Espace réservé du contenu 2"/>
          <p:cNvSpPr>
            <a:spLocks noGrp="1"/>
          </p:cNvSpPr>
          <p:nvPr>
            <p:ph idx="1"/>
          </p:nvPr>
        </p:nvSpPr>
        <p:spPr>
          <a:xfrm>
            <a:off x="1219200" y="1498600"/>
            <a:ext cx="10360660" cy="4665345"/>
          </a:xfrm>
        </p:spPr>
        <p:txBody>
          <a:bodyPr/>
          <a:lstStyle/>
          <a:p>
            <a:pPr>
              <a:buFont typeface="Wingdings" panose="05000000000000000000" charset="0"/>
              <a:buChar char="§"/>
            </a:pPr>
            <a:r>
              <a:rPr lang="en-US" altLang="fr-FR" b="1"/>
              <a:t>Administration distante et s</a:t>
            </a:r>
            <a:r>
              <a:rPr lang="en-US" altLang="en-US" b="1"/>
              <a:t>é</a:t>
            </a:r>
            <a:r>
              <a:rPr lang="en-US" altLang="fr-FR" b="1"/>
              <a:t>curis</a:t>
            </a:r>
            <a:r>
              <a:rPr lang="en-US" altLang="en-US" b="1"/>
              <a:t>é</a:t>
            </a:r>
            <a:r>
              <a:rPr lang="en-US" altLang="fr-FR" b="1"/>
              <a:t>e:</a:t>
            </a:r>
          </a:p>
          <a:p>
            <a:pPr>
              <a:buFont typeface="Wingdings" panose="05000000000000000000" charset="0"/>
              <a:buChar char="§"/>
            </a:pPr>
            <a:r>
              <a:rPr lang="en-US" altLang="fr-FR"/>
              <a:t>Terminal distant à l'aide d'un logiciel tel que PuTTY</a:t>
            </a:r>
          </a:p>
          <a:p>
            <a:pPr>
              <a:buFont typeface="Wingdings" panose="05000000000000000000" charset="0"/>
              <a:buChar char="§"/>
            </a:pPr>
            <a:r>
              <a:rPr lang="en-US" altLang="fr-FR"/>
              <a:t>Administration d'un serveur (Linux/Windows), d'un switch, d'une borne Wi-Fi, etc.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02 -A quoi sert le openSSH ?</a:t>
            </a:r>
            <a:r>
              <a:rPr lang="en-US" altLang="fr-FR"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r>
            <a:br>
              <a:rPr lang="en-US" altLang="fr-FR"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br>
            <a:endParaRPr lang="fr-FR" altLang="en-US"/>
          </a:p>
        </p:txBody>
      </p:sp>
      <p:sp>
        <p:nvSpPr>
          <p:cNvPr id="3" name="Espace réservé du contenu 2"/>
          <p:cNvSpPr>
            <a:spLocks noGrp="1"/>
          </p:cNvSpPr>
          <p:nvPr>
            <p:ph idx="1"/>
          </p:nvPr>
        </p:nvSpPr>
        <p:spPr>
          <a:xfrm>
            <a:off x="1219200" y="1334770"/>
            <a:ext cx="10360660" cy="4829175"/>
          </a:xfrm>
        </p:spPr>
        <p:txBody>
          <a:bodyPr/>
          <a:lstStyle/>
          <a:p>
            <a:pPr>
              <a:buFont typeface="Wingdings" panose="05000000000000000000" charset="0"/>
              <a:buChar char="§"/>
            </a:pPr>
            <a:r>
              <a:rPr lang="en-US" altLang="fr-FR" b="1" dirty="0" err="1"/>
              <a:t>D</a:t>
            </a:r>
            <a:r>
              <a:rPr lang="en-US" altLang="en-US" b="1" dirty="0" err="1"/>
              <a:t>é</a:t>
            </a:r>
            <a:r>
              <a:rPr lang="en-US" altLang="fr-FR" b="1" dirty="0" err="1"/>
              <a:t>port</a:t>
            </a:r>
            <a:r>
              <a:rPr lang="en-US" altLang="fr-FR" b="1" dirty="0"/>
              <a:t> </a:t>
            </a:r>
            <a:r>
              <a:rPr lang="en-US" altLang="fr-FR" b="1" dirty="0" err="1"/>
              <a:t>d'affichage</a:t>
            </a:r>
            <a:r>
              <a:rPr lang="en-US" altLang="fr-FR" b="1" dirty="0"/>
              <a:t> </a:t>
            </a:r>
            <a:r>
              <a:rPr lang="en-US" altLang="en-US" b="1" dirty="0"/>
              <a:t>«</a:t>
            </a:r>
            <a:r>
              <a:rPr lang="en-US" altLang="fr-FR" b="1" dirty="0"/>
              <a:t> X11 Forwarding </a:t>
            </a:r>
            <a:r>
              <a:rPr lang="en-US" altLang="en-US" b="1" dirty="0"/>
              <a:t>»</a:t>
            </a:r>
            <a:endParaRPr lang="en-US" altLang="fr-FR" b="1" dirty="0"/>
          </a:p>
          <a:p>
            <a:pPr>
              <a:buFont typeface="Wingdings" panose="05000000000000000000" charset="0"/>
              <a:buChar char="§"/>
            </a:pPr>
            <a:r>
              <a:rPr lang="en-US" altLang="fr-FR" dirty="0" err="1"/>
              <a:t>Transfert</a:t>
            </a:r>
            <a:r>
              <a:rPr lang="en-US" altLang="fr-FR" dirty="0"/>
              <a:t> de </a:t>
            </a:r>
            <a:r>
              <a:rPr lang="en-US" altLang="fr-FR" dirty="0" err="1"/>
              <a:t>l'image</a:t>
            </a:r>
            <a:r>
              <a:rPr lang="en-US" altLang="fr-FR" dirty="0"/>
              <a:t> par </a:t>
            </a:r>
            <a:r>
              <a:rPr lang="en-US" altLang="fr-FR" dirty="0" err="1"/>
              <a:t>l'interm</a:t>
            </a:r>
            <a:r>
              <a:rPr lang="en-US" altLang="en-US" dirty="0" err="1"/>
              <a:t>é</a:t>
            </a:r>
            <a:r>
              <a:rPr lang="en-US" altLang="fr-FR" dirty="0" err="1"/>
              <a:t>diaire</a:t>
            </a:r>
            <a:r>
              <a:rPr lang="en-US" altLang="fr-FR" dirty="0"/>
              <a:t> du tunnel SSH</a:t>
            </a:r>
          </a:p>
          <a:p>
            <a:pPr>
              <a:buFont typeface="Wingdings" panose="05000000000000000000" charset="0"/>
              <a:buChar char="§"/>
            </a:pPr>
            <a:r>
              <a:rPr lang="en-US" altLang="fr-FR" dirty="0" err="1"/>
              <a:t>Utilisation</a:t>
            </a:r>
            <a:r>
              <a:rPr lang="en-US" altLang="fr-FR" dirty="0"/>
              <a:t> du </a:t>
            </a:r>
            <a:r>
              <a:rPr lang="en-US" altLang="fr-FR" dirty="0" err="1"/>
              <a:t>logiciel</a:t>
            </a:r>
            <a:r>
              <a:rPr lang="en-US" altLang="fr-FR" dirty="0"/>
              <a:t> </a:t>
            </a:r>
            <a:r>
              <a:rPr lang="en-US" altLang="fr-FR" dirty="0" err="1"/>
              <a:t>PuTTY</a:t>
            </a:r>
            <a:r>
              <a:rPr lang="en-US" altLang="fr-FR" dirty="0"/>
              <a:t> </a:t>
            </a:r>
            <a:r>
              <a:rPr lang="en-US" altLang="fr-FR" dirty="0" err="1"/>
              <a:t>coupl</a:t>
            </a:r>
            <a:r>
              <a:rPr lang="en-US" altLang="en-US" dirty="0" err="1"/>
              <a:t>é</a:t>
            </a:r>
            <a:r>
              <a:rPr lang="en-US" altLang="fr-FR" dirty="0"/>
              <a:t> à </a:t>
            </a:r>
            <a:r>
              <a:rPr lang="en-US" altLang="fr-FR" dirty="0" err="1"/>
              <a:t>Xming</a:t>
            </a:r>
            <a:endParaRPr lang="en-US" altLang="fr-FR" dirty="0"/>
          </a:p>
          <a:p>
            <a:endParaRPr lang="en-US" altLang="fr-FR" dirty="0"/>
          </a:p>
        </p:txBody>
      </p:sp>
      <p:pic>
        <p:nvPicPr>
          <p:cNvPr id="4" name="Image 3"/>
          <p:cNvPicPr>
            <a:picLocks noChangeAspect="1"/>
          </p:cNvPicPr>
          <p:nvPr/>
        </p:nvPicPr>
        <p:blipFill>
          <a:blip r:embed="rId2"/>
          <a:stretch>
            <a:fillRect/>
          </a:stretch>
        </p:blipFill>
        <p:spPr>
          <a:xfrm>
            <a:off x="1845945" y="3284855"/>
            <a:ext cx="7715250" cy="27857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9200" y="643255"/>
            <a:ext cx="10360660" cy="855345"/>
          </a:xfrm>
        </p:spPr>
        <p:txBody>
          <a:bodyPr>
            <a:noAutofit/>
          </a:bodyPr>
          <a:lstStyle/>
          <a:p>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 A quoi sert le openSSH ?</a:t>
            </a:r>
            <a:b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br>
            <a:endPar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endParaRPr>
          </a:p>
        </p:txBody>
      </p:sp>
      <p:sp>
        <p:nvSpPr>
          <p:cNvPr id="3" name="Espace réservé du contenu 2"/>
          <p:cNvSpPr>
            <a:spLocks noGrp="1"/>
          </p:cNvSpPr>
          <p:nvPr>
            <p:ph idx="1"/>
          </p:nvPr>
        </p:nvSpPr>
        <p:spPr/>
        <p:txBody>
          <a:bodyPr/>
          <a:lstStyle/>
          <a:p>
            <a:pPr>
              <a:buFont typeface="Wingdings" panose="05000000000000000000" charset="0"/>
              <a:buChar char="§"/>
            </a:pPr>
            <a:r>
              <a:rPr lang="en-US" altLang="fr-FR" b="1" dirty="0" err="1"/>
              <a:t>Transfert</a:t>
            </a:r>
            <a:r>
              <a:rPr lang="en-US" altLang="fr-FR" b="1" dirty="0"/>
              <a:t> de </a:t>
            </a:r>
            <a:r>
              <a:rPr lang="en-US" altLang="fr-FR" b="1" dirty="0" err="1"/>
              <a:t>fichier</a:t>
            </a:r>
            <a:r>
              <a:rPr lang="en-US" altLang="fr-FR" b="1" dirty="0"/>
              <a:t> </a:t>
            </a:r>
            <a:r>
              <a:rPr lang="en-US" altLang="fr-FR" b="1" dirty="0" err="1"/>
              <a:t>s</a:t>
            </a:r>
            <a:r>
              <a:rPr lang="en-US" altLang="en-US" b="1" dirty="0" err="1"/>
              <a:t>é</a:t>
            </a:r>
            <a:r>
              <a:rPr lang="en-US" altLang="fr-FR" b="1" dirty="0" err="1"/>
              <a:t>curis</a:t>
            </a:r>
            <a:r>
              <a:rPr lang="en-US" altLang="en-US" b="1" dirty="0" err="1"/>
              <a:t>é</a:t>
            </a:r>
            <a:endParaRPr lang="en-US" altLang="fr-FR" b="1" dirty="0"/>
          </a:p>
          <a:p>
            <a:pPr>
              <a:buFont typeface="Wingdings" panose="05000000000000000000" charset="0"/>
              <a:buChar char="§"/>
            </a:pPr>
            <a:r>
              <a:rPr lang="en-US" altLang="fr-FR" dirty="0" err="1"/>
              <a:t>Une</a:t>
            </a:r>
            <a:r>
              <a:rPr lang="en-US" altLang="fr-FR" dirty="0"/>
              <a:t> alternative </a:t>
            </a:r>
            <a:r>
              <a:rPr lang="en-US" altLang="fr-FR" dirty="0" err="1"/>
              <a:t>s</a:t>
            </a:r>
            <a:r>
              <a:rPr lang="en-US" altLang="en-US" dirty="0" err="1"/>
              <a:t>é</a:t>
            </a:r>
            <a:r>
              <a:rPr lang="en-US" altLang="fr-FR" dirty="0" err="1"/>
              <a:t>curis</a:t>
            </a:r>
            <a:r>
              <a:rPr lang="en-US" altLang="en-US" dirty="0" err="1"/>
              <a:t>é</a:t>
            </a:r>
            <a:r>
              <a:rPr lang="en-US" altLang="fr-FR" dirty="0" err="1"/>
              <a:t>e</a:t>
            </a:r>
            <a:r>
              <a:rPr lang="en-US" altLang="fr-FR" dirty="0"/>
              <a:t> au </a:t>
            </a:r>
            <a:r>
              <a:rPr lang="en-US" altLang="fr-FR" dirty="0" err="1"/>
              <a:t>protocole</a:t>
            </a:r>
            <a:r>
              <a:rPr lang="en-US" altLang="fr-FR" dirty="0"/>
              <a:t> FTP et </a:t>
            </a:r>
            <a:r>
              <a:rPr lang="en-US" altLang="fr-FR" dirty="0" err="1"/>
              <a:t>une</a:t>
            </a:r>
            <a:r>
              <a:rPr lang="en-US" altLang="fr-FR" dirty="0"/>
              <a:t> </a:t>
            </a:r>
            <a:r>
              <a:rPr lang="en-US" altLang="fr-FR" dirty="0" err="1"/>
              <a:t>fonctionnalit</a:t>
            </a:r>
            <a:r>
              <a:rPr lang="en-US" altLang="en-US" dirty="0" err="1"/>
              <a:t>é</a:t>
            </a:r>
            <a:r>
              <a:rPr lang="en-US" altLang="fr-FR" dirty="0"/>
              <a:t> non </a:t>
            </a:r>
            <a:r>
              <a:rPr lang="en-US" altLang="fr-FR" dirty="0" err="1"/>
              <a:t>couverte</a:t>
            </a:r>
            <a:r>
              <a:rPr lang="en-US" altLang="fr-FR" dirty="0"/>
              <a:t> par Telnet</a:t>
            </a:r>
          </a:p>
          <a:p>
            <a:pPr>
              <a:buFont typeface="Wingdings" panose="05000000000000000000" charset="0"/>
              <a:buChar char="§"/>
            </a:pPr>
            <a:r>
              <a:rPr lang="en-US" altLang="fr-FR" dirty="0"/>
              <a:t>SCP : Secure Copy - SFTP : SSH File </a:t>
            </a:r>
            <a:r>
              <a:rPr lang="en-US" altLang="fr-FR" dirty="0" err="1"/>
              <a:t>Transfert</a:t>
            </a:r>
            <a:r>
              <a:rPr lang="en-US" altLang="fr-FR" dirty="0"/>
              <a:t> Protocol - SSHFS : SSH File System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909836" y="188640"/>
            <a:ext cx="10873208" cy="706755"/>
          </a:xfrm>
          <a:prstGeom prst="rect">
            <a:avLst/>
          </a:prstGeom>
          <a:noFill/>
        </p:spPr>
        <p:txBody>
          <a:bodyPr wrap="square" lIns="91440" tIns="45720" rIns="91440" bIns="45720">
            <a:spAutoFit/>
          </a:bodyPr>
          <a:lstStyle/>
          <a:p>
            <a:pPr algn="ct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03-</a:t>
            </a:r>
            <a:r>
              <a:rPr 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Installation et configuration du</a:t>
            </a:r>
            <a:r>
              <a:rPr 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OpenSSH</a:t>
            </a: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b="27056"/>
          <a:stretch>
            <a:fillRect/>
          </a:stretch>
        </p:blipFill>
        <p:spPr>
          <a:xfrm>
            <a:off x="4366260" y="1247140"/>
            <a:ext cx="7471410" cy="5379085"/>
          </a:xfrm>
          <a:prstGeom prst="rect">
            <a:avLst/>
          </a:prstGeom>
        </p:spPr>
      </p:pic>
      <p:sp>
        <p:nvSpPr>
          <p:cNvPr id="2" name="ZoneTexte 1"/>
          <p:cNvSpPr txBox="1"/>
          <p:nvPr/>
        </p:nvSpPr>
        <p:spPr>
          <a:xfrm>
            <a:off x="981710" y="2853055"/>
            <a:ext cx="2964180" cy="1042035"/>
          </a:xfrm>
          <a:prstGeom prst="rect">
            <a:avLst/>
          </a:prstGeom>
          <a:noFill/>
        </p:spPr>
        <p:txBody>
          <a:bodyPr wrap="square" rtlCol="0">
            <a:noAutofit/>
          </a:bodyPr>
          <a:lstStyle/>
          <a:p>
            <a:r>
              <a:rPr lang="fr-FR" sz="1800" dirty="0"/>
              <a:t>Installer le package OpenSSH compressé sur le Windows Server.</a:t>
            </a:r>
          </a:p>
        </p:txBody>
      </p:sp>
      <p:sp>
        <p:nvSpPr>
          <p:cNvPr id="5" name="Rectangle 4"/>
          <p:cNvSpPr/>
          <p:nvPr/>
        </p:nvSpPr>
        <p:spPr>
          <a:xfrm>
            <a:off x="925066" y="2276872"/>
            <a:ext cx="3592016" cy="521970"/>
          </a:xfrm>
          <a:prstGeom prst="rect">
            <a:avLst/>
          </a:prstGeom>
          <a:noFill/>
        </p:spPr>
        <p:txBody>
          <a:bodyPr wrap="square" lIns="91440" tIns="45720" rIns="91440" bIns="45720">
            <a:spAutoFit/>
          </a:bodyPr>
          <a:lstStyle/>
          <a:p>
            <a:r>
              <a:rPr lang="fr-FR" sz="2800" b="1" dirty="0" smtClean="0">
                <a:ln w="12700">
                  <a:solidFill>
                    <a:schemeClr val="accent1"/>
                  </a:solidFill>
                  <a:prstDash val="solid"/>
                </a:ln>
                <a:solidFill>
                  <a:schemeClr val="bg2">
                    <a:lumMod val="40000"/>
                    <a:lumOff val="60000"/>
                  </a:schemeClr>
                </a:solidFill>
                <a:effectLst>
                  <a:outerShdw dist="38100" dir="2640000" algn="bl" rotWithShape="0">
                    <a:schemeClr val="accent1"/>
                  </a:outerShdw>
                </a:effectLst>
              </a:rPr>
              <a:t>Côté serveur</a:t>
            </a:r>
            <a:endParaRPr lang="fr-FR" sz="2800" b="1" cap="none" spc="0" dirty="0" smtClean="0">
              <a:ln w="12700">
                <a:solidFill>
                  <a:schemeClr val="accent1"/>
                </a:solidFill>
                <a:prstDash val="solid"/>
              </a:ln>
              <a:solidFill>
                <a:schemeClr val="bg2">
                  <a:lumMod val="40000"/>
                  <a:lumOff val="60000"/>
                </a:schemeClr>
              </a:solidFill>
              <a:effectLst>
                <a:outerShdw dist="38100" dir="2640000" algn="bl" rotWithShape="0">
                  <a:schemeClr val="accent1"/>
                </a:outerShdw>
              </a:effectLs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b="21651"/>
          <a:stretch>
            <a:fillRect/>
          </a:stretch>
        </p:blipFill>
        <p:spPr>
          <a:xfrm>
            <a:off x="4121150" y="564515"/>
            <a:ext cx="7423785" cy="5902960"/>
          </a:xfrm>
          <a:prstGeom prst="rect">
            <a:avLst/>
          </a:prstGeom>
        </p:spPr>
      </p:pic>
      <p:sp>
        <p:nvSpPr>
          <p:cNvPr id="4" name="ZoneTexte 3"/>
          <p:cNvSpPr txBox="1"/>
          <p:nvPr/>
        </p:nvSpPr>
        <p:spPr>
          <a:xfrm>
            <a:off x="1197610" y="2707640"/>
            <a:ext cx="2924175" cy="645160"/>
          </a:xfrm>
          <a:prstGeom prst="rect">
            <a:avLst/>
          </a:prstGeom>
          <a:noFill/>
        </p:spPr>
        <p:txBody>
          <a:bodyPr wrap="square" rtlCol="0">
            <a:spAutoFit/>
          </a:bodyPr>
          <a:lstStyle/>
          <a:p>
            <a:r>
              <a:rPr lang="fr-FR" sz="1800" dirty="0"/>
              <a:t>Créer le dossier OpenSSH sous C:\Program Files.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21651"/>
          <a:stretch>
            <a:fillRect/>
          </a:stretch>
        </p:blipFill>
        <p:spPr>
          <a:xfrm>
            <a:off x="4175760" y="332105"/>
            <a:ext cx="7567930" cy="6309360"/>
          </a:xfrm>
          <a:prstGeom prst="rect">
            <a:avLst/>
          </a:prstGeom>
        </p:spPr>
      </p:pic>
      <p:sp>
        <p:nvSpPr>
          <p:cNvPr id="3" name="ZoneTexte 2"/>
          <p:cNvSpPr txBox="1"/>
          <p:nvPr/>
        </p:nvSpPr>
        <p:spPr>
          <a:xfrm>
            <a:off x="981710" y="2291715"/>
            <a:ext cx="2879725" cy="1198880"/>
          </a:xfrm>
          <a:prstGeom prst="rect">
            <a:avLst/>
          </a:prstGeom>
          <a:noFill/>
        </p:spPr>
        <p:txBody>
          <a:bodyPr wrap="square" rtlCol="0">
            <a:spAutoFit/>
          </a:bodyPr>
          <a:lstStyle/>
          <a:p>
            <a:r>
              <a:rPr lang="fr-FR" sz="1800" dirty="0"/>
              <a:t>Décompresser le fichier ZIP et placer le dossier obtenu dans le répertoire OpenSSH créé.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21651"/>
          <a:stretch>
            <a:fillRect/>
          </a:stretch>
        </p:blipFill>
        <p:spPr>
          <a:xfrm>
            <a:off x="4107180" y="467995"/>
            <a:ext cx="7604125" cy="6201410"/>
          </a:xfrm>
          <a:prstGeom prst="rect">
            <a:avLst/>
          </a:prstGeom>
        </p:spPr>
      </p:pic>
      <p:sp>
        <p:nvSpPr>
          <p:cNvPr id="3" name="ZoneTexte 2"/>
          <p:cNvSpPr txBox="1"/>
          <p:nvPr/>
        </p:nvSpPr>
        <p:spPr>
          <a:xfrm>
            <a:off x="909955" y="2965450"/>
            <a:ext cx="2879090" cy="645160"/>
          </a:xfrm>
          <a:prstGeom prst="rect">
            <a:avLst/>
          </a:prstGeom>
          <a:noFill/>
        </p:spPr>
        <p:txBody>
          <a:bodyPr wrap="square" rtlCol="0">
            <a:spAutoFit/>
          </a:bodyPr>
          <a:lstStyle/>
          <a:p>
            <a:r>
              <a:rPr lang="fr-FR" sz="1800" dirty="0" smtClean="0"/>
              <a:t>Vérification de fichier de configuration</a:t>
            </a:r>
            <a:r>
              <a:rPr lang="fr-FR" sz="1800"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9051"/>
          <a:stretch>
            <a:fillRect/>
          </a:stretch>
        </p:blipFill>
        <p:spPr>
          <a:xfrm>
            <a:off x="3947795" y="332740"/>
            <a:ext cx="7996555" cy="62376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20601"/>
          <a:stretch>
            <a:fillRect/>
          </a:stretch>
        </p:blipFill>
        <p:spPr>
          <a:xfrm>
            <a:off x="4065270" y="260350"/>
            <a:ext cx="7646035" cy="6386830"/>
          </a:xfrm>
          <a:prstGeom prst="rect">
            <a:avLst/>
          </a:prstGeom>
        </p:spPr>
      </p:pic>
      <p:sp>
        <p:nvSpPr>
          <p:cNvPr id="3" name="ZoneTexte 2"/>
          <p:cNvSpPr txBox="1"/>
          <p:nvPr/>
        </p:nvSpPr>
        <p:spPr>
          <a:xfrm>
            <a:off x="981710" y="2761615"/>
            <a:ext cx="3244850" cy="645160"/>
          </a:xfrm>
          <a:prstGeom prst="rect">
            <a:avLst/>
          </a:prstGeom>
          <a:noFill/>
        </p:spPr>
        <p:txBody>
          <a:bodyPr wrap="square" rtlCol="0">
            <a:spAutoFit/>
          </a:bodyPr>
          <a:lstStyle/>
          <a:p>
            <a:r>
              <a:rPr lang="fr-FR" sz="1800" dirty="0"/>
              <a:t>Le port 22 doit être utilisé pour les connexions SSH.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21651"/>
          <a:stretch>
            <a:fillRect/>
          </a:stretch>
        </p:blipFill>
        <p:spPr>
          <a:xfrm>
            <a:off x="4170045" y="260350"/>
            <a:ext cx="7736840" cy="6453505"/>
          </a:xfrm>
          <a:prstGeom prst="rect">
            <a:avLst/>
          </a:prstGeom>
        </p:spPr>
      </p:pic>
      <p:sp>
        <p:nvSpPr>
          <p:cNvPr id="3" name="ZoneTexte 2"/>
          <p:cNvSpPr txBox="1"/>
          <p:nvPr/>
        </p:nvSpPr>
        <p:spPr>
          <a:xfrm>
            <a:off x="1089025" y="2722880"/>
            <a:ext cx="2691765" cy="645160"/>
          </a:xfrm>
          <a:prstGeom prst="rect">
            <a:avLst/>
          </a:prstGeom>
          <a:noFill/>
        </p:spPr>
        <p:txBody>
          <a:bodyPr wrap="square" rtlCol="0">
            <a:spAutoFit/>
          </a:bodyPr>
          <a:lstStyle/>
          <a:p>
            <a:r>
              <a:rPr lang="fr-FR" sz="1800" dirty="0"/>
              <a:t>Copier le chemin d’accès du dossier OpenSSH.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7500"/>
          <a:stretch>
            <a:fillRect/>
          </a:stretch>
        </p:blipFill>
        <p:spPr>
          <a:xfrm>
            <a:off x="4013835" y="437515"/>
            <a:ext cx="7625715" cy="6276340"/>
          </a:xfrm>
          <a:prstGeom prst="rect">
            <a:avLst/>
          </a:prstGeom>
        </p:spPr>
      </p:pic>
      <p:sp>
        <p:nvSpPr>
          <p:cNvPr id="3" name="ZoneTexte 2"/>
          <p:cNvSpPr txBox="1"/>
          <p:nvPr/>
        </p:nvSpPr>
        <p:spPr>
          <a:xfrm>
            <a:off x="1197610" y="2974340"/>
            <a:ext cx="2761615" cy="645160"/>
          </a:xfrm>
          <a:prstGeom prst="rect">
            <a:avLst/>
          </a:prstGeom>
          <a:noFill/>
        </p:spPr>
        <p:txBody>
          <a:bodyPr wrap="square" rtlCol="0">
            <a:spAutoFit/>
          </a:bodyPr>
          <a:lstStyle/>
          <a:p>
            <a:r>
              <a:rPr lang="fr-FR" sz="1800" dirty="0"/>
              <a:t>Ouvrir PowerShell en tant qu’administrateur.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18500"/>
          <a:stretch>
            <a:fillRect/>
          </a:stretch>
        </p:blipFill>
        <p:spPr>
          <a:xfrm>
            <a:off x="3886200" y="188595"/>
            <a:ext cx="7910830" cy="6252210"/>
          </a:xfrm>
          <a:prstGeom prst="rect">
            <a:avLst/>
          </a:prstGeom>
        </p:spPr>
      </p:pic>
      <p:sp>
        <p:nvSpPr>
          <p:cNvPr id="4" name="ZoneTexte 3"/>
          <p:cNvSpPr txBox="1"/>
          <p:nvPr/>
        </p:nvSpPr>
        <p:spPr>
          <a:xfrm>
            <a:off x="852805" y="2722880"/>
            <a:ext cx="2694305" cy="922020"/>
          </a:xfrm>
          <a:prstGeom prst="rect">
            <a:avLst/>
          </a:prstGeom>
          <a:noFill/>
        </p:spPr>
        <p:txBody>
          <a:bodyPr wrap="square" rtlCol="0">
            <a:spAutoFit/>
          </a:bodyPr>
          <a:lstStyle/>
          <a:p>
            <a:r>
              <a:rPr lang="fr-FR" sz="1800" dirty="0"/>
              <a:t>Accéder au répertoire OpenSSH et afficher le contenu du dossier.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l="2563" t="5020" r="3414" b="13651"/>
          <a:stretch>
            <a:fillRect/>
          </a:stretch>
        </p:blipFill>
        <p:spPr>
          <a:xfrm>
            <a:off x="3606800" y="548640"/>
            <a:ext cx="8128635" cy="5832475"/>
          </a:xfrm>
          <a:prstGeom prst="rect">
            <a:avLst/>
          </a:prstGeom>
        </p:spPr>
      </p:pic>
      <p:sp>
        <p:nvSpPr>
          <p:cNvPr id="3" name="ZoneTexte 2"/>
          <p:cNvSpPr txBox="1"/>
          <p:nvPr/>
        </p:nvSpPr>
        <p:spPr>
          <a:xfrm>
            <a:off x="909955" y="2493010"/>
            <a:ext cx="2035175" cy="1198880"/>
          </a:xfrm>
          <a:prstGeom prst="rect">
            <a:avLst/>
          </a:prstGeom>
          <a:noFill/>
        </p:spPr>
        <p:txBody>
          <a:bodyPr wrap="square" rtlCol="0">
            <a:spAutoFit/>
          </a:bodyPr>
          <a:lstStyle/>
          <a:p>
            <a:r>
              <a:rPr lang="fr-FR" sz="1800" dirty="0" smtClean="0"/>
              <a:t>Installer </a:t>
            </a:r>
            <a:r>
              <a:rPr lang="fr-FR" sz="1800" dirty="0"/>
              <a:t>et configurer le service OpenSSH (sshd) sur </a:t>
            </a:r>
            <a:r>
              <a:rPr lang="fr-FR" sz="1800" dirty="0" smtClean="0"/>
              <a:t>Windows.</a:t>
            </a:r>
            <a:endParaRPr lang="fr-FR"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l="1671" t="5192" r="684" b="14241"/>
          <a:stretch>
            <a:fillRect/>
          </a:stretch>
        </p:blipFill>
        <p:spPr>
          <a:xfrm>
            <a:off x="3574415" y="548640"/>
            <a:ext cx="8424545" cy="5775325"/>
          </a:xfrm>
          <a:prstGeom prst="rect">
            <a:avLst/>
          </a:prstGeom>
        </p:spPr>
      </p:pic>
      <p:sp>
        <p:nvSpPr>
          <p:cNvPr id="3" name="ZoneTexte 2"/>
          <p:cNvSpPr txBox="1"/>
          <p:nvPr/>
        </p:nvSpPr>
        <p:spPr>
          <a:xfrm>
            <a:off x="909798" y="2133005"/>
            <a:ext cx="2361358" cy="2584450"/>
          </a:xfrm>
          <a:prstGeom prst="rect">
            <a:avLst/>
          </a:prstGeom>
          <a:noFill/>
        </p:spPr>
        <p:txBody>
          <a:bodyPr wrap="square" rtlCol="0">
            <a:spAutoFit/>
          </a:bodyPr>
          <a:lstStyle/>
          <a:p>
            <a:r>
              <a:rPr lang="fr-FR" sz="1800" dirty="0" smtClean="0"/>
              <a:t>Démarrer </a:t>
            </a:r>
            <a:r>
              <a:rPr lang="fr-FR" sz="1800" dirty="0"/>
              <a:t>automatiquement le service OpenSSH et vérifier qu’ils sont en cours d’exécution, puis de contrôler que la règle du pare-feu autorise les connexions SSH entrantes.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17451"/>
          <a:stretch>
            <a:fillRect/>
          </a:stretch>
        </p:blipFill>
        <p:spPr>
          <a:xfrm>
            <a:off x="3840480" y="300990"/>
            <a:ext cx="7870190" cy="6367780"/>
          </a:xfrm>
          <a:prstGeom prst="rect">
            <a:avLst/>
          </a:prstGeom>
        </p:spPr>
      </p:pic>
      <p:sp>
        <p:nvSpPr>
          <p:cNvPr id="3" name="Rectangle 2"/>
          <p:cNvSpPr/>
          <p:nvPr/>
        </p:nvSpPr>
        <p:spPr>
          <a:xfrm>
            <a:off x="981710" y="1844675"/>
            <a:ext cx="3181350" cy="521970"/>
          </a:xfrm>
          <a:prstGeom prst="rect">
            <a:avLst/>
          </a:prstGeom>
          <a:noFill/>
        </p:spPr>
        <p:txBody>
          <a:bodyPr wrap="square" lIns="91440" tIns="45720" rIns="91440" bIns="45720">
            <a:spAutoFit/>
          </a:bodyPr>
          <a:lstStyle/>
          <a:p>
            <a:r>
              <a:rPr lang="fr-FR" sz="2800" b="1" dirty="0" smtClean="0">
                <a:ln w="12700">
                  <a:solidFill>
                    <a:schemeClr val="accent1"/>
                  </a:solidFill>
                  <a:prstDash val="solid"/>
                </a:ln>
                <a:solidFill>
                  <a:schemeClr val="bg2">
                    <a:lumMod val="40000"/>
                    <a:lumOff val="60000"/>
                  </a:schemeClr>
                </a:solidFill>
                <a:effectLst>
                  <a:outerShdw dist="38100" dir="2640000" algn="bl" rotWithShape="0">
                    <a:schemeClr val="accent1"/>
                  </a:outerShdw>
                </a:effectLst>
              </a:rPr>
              <a:t>Côté client</a:t>
            </a:r>
            <a:endParaRPr lang="fr-FR" sz="2800" b="1" cap="none" spc="0" dirty="0" smtClean="0">
              <a:ln w="12700">
                <a:solidFill>
                  <a:schemeClr val="accent1"/>
                </a:solidFill>
                <a:prstDash val="solid"/>
              </a:ln>
              <a:solidFill>
                <a:schemeClr val="bg2">
                  <a:lumMod val="40000"/>
                  <a:lumOff val="60000"/>
                </a:schemeClr>
              </a:solidFill>
              <a:effectLst>
                <a:outerShdw dist="38100" dir="2640000" algn="bl" rotWithShape="0">
                  <a:schemeClr val="accent1"/>
                </a:outerShdw>
              </a:effectLst>
            </a:endParaRPr>
          </a:p>
        </p:txBody>
      </p:sp>
      <p:sp>
        <p:nvSpPr>
          <p:cNvPr id="4" name="ZoneTexte 3"/>
          <p:cNvSpPr txBox="1"/>
          <p:nvPr/>
        </p:nvSpPr>
        <p:spPr>
          <a:xfrm>
            <a:off x="929005" y="2547620"/>
            <a:ext cx="2858770" cy="2030095"/>
          </a:xfrm>
          <a:prstGeom prst="rect">
            <a:avLst/>
          </a:prstGeom>
          <a:noFill/>
        </p:spPr>
        <p:txBody>
          <a:bodyPr wrap="square" rtlCol="0">
            <a:spAutoFit/>
          </a:bodyPr>
          <a:lstStyle/>
          <a:p>
            <a:pPr indent="0">
              <a:buClr>
                <a:schemeClr val="accent3"/>
              </a:buClr>
              <a:buFont typeface="Wingdings" panose="05000000000000000000" charset="0"/>
              <a:buNone/>
            </a:pPr>
            <a:r>
              <a:rPr lang="fr-FR" sz="1800" dirty="0" smtClean="0"/>
              <a:t>Vérifier la connectivité entre le client et le serveur DC.</a:t>
            </a:r>
          </a:p>
          <a:p>
            <a:pPr indent="0">
              <a:buClr>
                <a:schemeClr val="accent3"/>
              </a:buClr>
              <a:buFont typeface="Arial" panose="020B0604020202020204" pitchFamily="34" charset="0"/>
              <a:buNone/>
            </a:pPr>
            <a:r>
              <a:rPr lang="fr-FR" sz="1800" dirty="0" smtClean="0"/>
              <a:t>Se </a:t>
            </a:r>
            <a:r>
              <a:rPr lang="fr-FR" sz="1800" dirty="0"/>
              <a:t>connecter au serveur Windows Server à distance en ligne de commande en utilisant SSH avec le compte </a:t>
            </a:r>
            <a:r>
              <a:rPr lang="fr-FR" sz="1800" dirty="0" smtClean="0"/>
              <a:t>Administrateur.</a:t>
            </a:r>
          </a:p>
        </p:txBody>
      </p:sp>
      <p:sp>
        <p:nvSpPr>
          <p:cNvPr id="5" name="Zone de texte 4"/>
          <p:cNvSpPr txBox="1"/>
          <p:nvPr/>
        </p:nvSpPr>
        <p:spPr>
          <a:xfrm>
            <a:off x="2061845" y="2060575"/>
            <a:ext cx="4931410" cy="487045"/>
          </a:xfrm>
          <a:prstGeom prst="rect">
            <a:avLst/>
          </a:prstGeom>
          <a:noFill/>
        </p:spPr>
        <p:txBody>
          <a:bodyPr wrap="square" rtlCol="0">
            <a:noAutofit/>
          </a:bodyPr>
          <a:lstStyle/>
          <a:p>
            <a:endParaRPr lang="fr-FR" altLang="en-US" sz="2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17451"/>
          <a:stretch>
            <a:fillRect/>
          </a:stretch>
        </p:blipFill>
        <p:spPr>
          <a:xfrm>
            <a:off x="4077970" y="288290"/>
            <a:ext cx="7743825" cy="6309360"/>
          </a:xfrm>
          <a:prstGeom prst="rect">
            <a:avLst/>
          </a:prstGeom>
        </p:spPr>
      </p:pic>
      <p:sp>
        <p:nvSpPr>
          <p:cNvPr id="3" name="ZoneTexte 2"/>
          <p:cNvSpPr txBox="1"/>
          <p:nvPr/>
        </p:nvSpPr>
        <p:spPr>
          <a:xfrm>
            <a:off x="981710" y="2708910"/>
            <a:ext cx="2944495" cy="1198880"/>
          </a:xfrm>
          <a:prstGeom prst="rect">
            <a:avLst/>
          </a:prstGeom>
          <a:noFill/>
        </p:spPr>
        <p:txBody>
          <a:bodyPr wrap="square" rtlCol="0">
            <a:spAutoFit/>
          </a:bodyPr>
          <a:lstStyle/>
          <a:p>
            <a:pPr indent="0">
              <a:buClr>
                <a:schemeClr val="accent3"/>
              </a:buClr>
              <a:buFont typeface="Arial" panose="020B0604020202020204" pitchFamily="34" charset="0"/>
              <a:buNone/>
            </a:pPr>
            <a:r>
              <a:rPr lang="fr-FR" sz="1800" dirty="0" smtClean="0"/>
              <a:t>Entrer ‘ yes ‘ pour poursuivre la connexion.</a:t>
            </a:r>
          </a:p>
          <a:p>
            <a:pPr indent="0">
              <a:buClr>
                <a:schemeClr val="accent3"/>
              </a:buClr>
              <a:buFont typeface="Arial" panose="020B0604020202020204" pitchFamily="34" charset="0"/>
              <a:buNone/>
            </a:pPr>
            <a:r>
              <a:rPr lang="fr-FR" sz="1800" dirty="0" smtClean="0"/>
              <a:t>Entrer le mot de passe du compte administrateur.</a:t>
            </a:r>
            <a:endParaRPr lang="fr-FR"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b="17451"/>
          <a:stretch>
            <a:fillRect/>
          </a:stretch>
        </p:blipFill>
        <p:spPr>
          <a:xfrm>
            <a:off x="3800475" y="260350"/>
            <a:ext cx="7838440" cy="6391910"/>
          </a:xfrm>
          <a:prstGeom prst="rect">
            <a:avLst/>
          </a:prstGeom>
        </p:spPr>
      </p:pic>
      <p:sp>
        <p:nvSpPr>
          <p:cNvPr id="3" name="ZoneTexte 2"/>
          <p:cNvSpPr txBox="1"/>
          <p:nvPr/>
        </p:nvSpPr>
        <p:spPr>
          <a:xfrm>
            <a:off x="986790" y="2117725"/>
            <a:ext cx="2605405" cy="1476375"/>
          </a:xfrm>
          <a:prstGeom prst="rect">
            <a:avLst/>
          </a:prstGeom>
          <a:noFill/>
        </p:spPr>
        <p:txBody>
          <a:bodyPr wrap="square" rtlCol="0">
            <a:spAutoFit/>
          </a:bodyPr>
          <a:lstStyle/>
          <a:p>
            <a:r>
              <a:rPr lang="fr-FR" sz="1800" dirty="0"/>
              <a:t>Une session SSH interactive sécurisée a été établie entre le client et le serveur contrôleur de domaine (DC</a:t>
            </a:r>
            <a:r>
              <a:rPr lang="fr-FR" sz="1800" dirty="0" smtClean="0"/>
              <a:t>).</a:t>
            </a:r>
            <a:endParaRPr lang="fr-FR"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630045" y="254635"/>
            <a:ext cx="9284335" cy="1514475"/>
          </a:xfrm>
          <a:prstGeom prst="rect">
            <a:avLst/>
          </a:prstGeom>
          <a:noFill/>
        </p:spPr>
        <p:txBody>
          <a:bodyPr wrap="none" lIns="91440" tIns="45720" rIns="91440" bIns="45720">
            <a:noAutofit/>
          </a:bodyPr>
          <a:lstStyle/>
          <a:p>
            <a:pPr algn="l"/>
            <a:r>
              <a:rPr lang="en-US" altLang="fr-FR" sz="4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II-</a:t>
            </a:r>
            <a:r>
              <a:rPr lang="fr-FR" sz="4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Présentation du </a:t>
            </a:r>
            <a:r>
              <a:rPr lang="en-US" altLang="fr-FR" sz="4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protocole</a:t>
            </a:r>
            <a:r>
              <a:rPr lang="fr-FR" sz="4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RDP</a:t>
            </a:r>
          </a:p>
          <a:p>
            <a:pPr algn="l"/>
            <a:endParaRPr lang="en-US" alt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l"/>
            <a:r>
              <a:rPr lang="en-US" alt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01-Qu’est-ce que le RDP ?</a:t>
            </a:r>
            <a:endParaRPr 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l"/>
            <a:endParaRPr lang="en-US" altLang="fr-FR" sz="4000" dirty="0" smtClean="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sym typeface="+mn-ea"/>
            </a:endParaRPr>
          </a:p>
          <a:p>
            <a:pPr algn="l"/>
            <a:endParaRPr 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l"/>
            <a:endParaRPr lang="fr-FR" altLang="en-US" sz="4000"/>
          </a:p>
          <a:p>
            <a:pPr algn="ct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Rectangle 2"/>
          <p:cNvSpPr/>
          <p:nvPr/>
        </p:nvSpPr>
        <p:spPr>
          <a:xfrm>
            <a:off x="1845945" y="1426210"/>
            <a:ext cx="9401175" cy="5826760"/>
          </a:xfrm>
          <a:prstGeom prst="rect">
            <a:avLst/>
          </a:prstGeom>
        </p:spPr>
        <p:txBody>
          <a:bodyPr wrap="square">
            <a:noAutofit/>
          </a:bodyPr>
          <a:lstStyle/>
          <a:p>
            <a:endParaRPr lang="en-US" altLang="fr-FR" sz="2800" dirty="0"/>
          </a:p>
        </p:txBody>
      </p:sp>
      <p:sp>
        <p:nvSpPr>
          <p:cNvPr id="2" name="Zone de texte 1"/>
          <p:cNvSpPr txBox="1"/>
          <p:nvPr/>
        </p:nvSpPr>
        <p:spPr>
          <a:xfrm>
            <a:off x="1630045" y="2420620"/>
            <a:ext cx="9864090" cy="2794635"/>
          </a:xfrm>
          <a:prstGeom prst="rect">
            <a:avLst/>
          </a:prstGeom>
        </p:spPr>
        <p:txBody>
          <a:bodyPr>
            <a:noAutofit/>
          </a:bodyPr>
          <a:lstStyle/>
          <a:p>
            <a:r>
              <a:rPr sz="2800"/>
              <a:t>RDP (Remote Desktop Protocol) est un protocole de Microsoft qui permet de se connecter à un ordinateur à distance et de l’utiliser comme si on était devant lui, via Internet ou un réseau.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558290" y="332740"/>
            <a:ext cx="6125210" cy="706755"/>
          </a:xfrm>
          <a:prstGeom prst="rect">
            <a:avLst/>
          </a:prstGeom>
          <a:noFill/>
        </p:spPr>
        <p:txBody>
          <a:bodyPr wrap="square" lIns="91440" tIns="45720" rIns="91440" bIns="45720">
            <a:spAutoFit/>
          </a:bodyPr>
          <a:lstStyle/>
          <a:p>
            <a:pPr algn="l"/>
            <a:r>
              <a:rPr 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 A quoi sert le RDP ?</a:t>
            </a: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Rectangle 2"/>
          <p:cNvSpPr/>
          <p:nvPr/>
        </p:nvSpPr>
        <p:spPr>
          <a:xfrm>
            <a:off x="1558290" y="1484630"/>
            <a:ext cx="10027920" cy="2245360"/>
          </a:xfrm>
          <a:prstGeom prst="rect">
            <a:avLst/>
          </a:prstGeom>
        </p:spPr>
        <p:txBody>
          <a:bodyPr wrap="square">
            <a:spAutoFit/>
          </a:bodyPr>
          <a:lstStyle/>
          <a:p>
            <a:r>
              <a:rPr lang="en-US" altLang="fr-FR" sz="2800" dirty="0"/>
              <a:t>RDP permet à un utilisateur de se connecter à un autre ordinateur à distance et d'interagir avec ce dernier comme s'il </a:t>
            </a:r>
            <a:r>
              <a:rPr lang="en-US" altLang="en-US" sz="2800" dirty="0"/>
              <a:t>é</a:t>
            </a:r>
            <a:r>
              <a:rPr lang="en-US" altLang="fr-FR" sz="2800" dirty="0"/>
              <a:t>tait physiquement pr</a:t>
            </a:r>
            <a:r>
              <a:rPr lang="en-US" altLang="en-US" sz="2800" dirty="0"/>
              <a:t>é</a:t>
            </a:r>
            <a:r>
              <a:rPr lang="en-US" altLang="fr-FR" sz="2800" dirty="0"/>
              <a:t>sent devant lui. Cela inclut la possibilit</a:t>
            </a:r>
            <a:r>
              <a:rPr lang="en-US" altLang="en-US" sz="2800" dirty="0"/>
              <a:t>é</a:t>
            </a:r>
            <a:r>
              <a:rPr lang="en-US" altLang="fr-FR" sz="2800" dirty="0"/>
              <a:t> d'ouvrir des applications, de g</a:t>
            </a:r>
            <a:r>
              <a:rPr lang="en-US" altLang="en-US" sz="2800" dirty="0"/>
              <a:t>é</a:t>
            </a:r>
            <a:r>
              <a:rPr lang="en-US" altLang="fr-FR" sz="2800" dirty="0"/>
              <a:t>rer des fichiers et de naviguer sur le syst</a:t>
            </a:r>
            <a:r>
              <a:rPr lang="en-US" altLang="en-US" sz="2800" dirty="0"/>
              <a:t>è</a:t>
            </a:r>
            <a:r>
              <a:rPr lang="en-US" altLang="fr-FR" sz="2800" dirty="0"/>
              <a:t>me d'exploitation du PC distant.</a:t>
            </a:r>
          </a:p>
        </p:txBody>
      </p:sp>
      <p:pic>
        <p:nvPicPr>
          <p:cNvPr id="2" name="Image 1"/>
          <p:cNvPicPr>
            <a:picLocks noChangeAspect="1"/>
          </p:cNvPicPr>
          <p:nvPr/>
        </p:nvPicPr>
        <p:blipFill>
          <a:blip r:embed="rId3"/>
          <a:stretch>
            <a:fillRect/>
          </a:stretch>
        </p:blipFill>
        <p:spPr>
          <a:xfrm>
            <a:off x="2637790" y="4004945"/>
            <a:ext cx="7165340" cy="23374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642745" y="404495"/>
            <a:ext cx="7238365" cy="1322070"/>
          </a:xfrm>
          <a:prstGeom prst="rect">
            <a:avLst/>
          </a:prstGeom>
          <a:noFill/>
        </p:spPr>
        <p:txBody>
          <a:bodyPr wrap="square" lIns="91440" tIns="45720" rIns="91440" bIns="45720">
            <a:spAutoFit/>
          </a:bodyPr>
          <a:lstStyle/>
          <a:p>
            <a:pPr algn="l"/>
            <a:r>
              <a:rPr 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 A quoi sert le RDP ?</a:t>
            </a: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l"/>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Rectangle 2"/>
          <p:cNvSpPr/>
          <p:nvPr/>
        </p:nvSpPr>
        <p:spPr>
          <a:xfrm>
            <a:off x="1845945" y="1340485"/>
            <a:ext cx="9381490" cy="1814830"/>
          </a:xfrm>
          <a:prstGeom prst="rect">
            <a:avLst/>
          </a:prstGeom>
        </p:spPr>
        <p:txBody>
          <a:bodyPr wrap="square">
            <a:spAutoFit/>
          </a:bodyPr>
          <a:lstStyle/>
          <a:p>
            <a:r>
              <a:rPr lang="en-US" altLang="fr-FR" sz="2800" dirty="0"/>
              <a:t>RDP inclut plusieurs m</a:t>
            </a:r>
            <a:r>
              <a:rPr lang="en-US" altLang="en-US" sz="2800" dirty="0"/>
              <a:t>é</a:t>
            </a:r>
            <a:r>
              <a:rPr lang="en-US" altLang="fr-FR" sz="2800" dirty="0"/>
              <a:t>canismes de s</a:t>
            </a:r>
            <a:r>
              <a:rPr lang="en-US" altLang="en-US" sz="2800" dirty="0"/>
              <a:t>é</a:t>
            </a:r>
            <a:r>
              <a:rPr lang="en-US" altLang="fr-FR" sz="2800" dirty="0"/>
              <a:t>curit</a:t>
            </a:r>
            <a:r>
              <a:rPr lang="en-US" altLang="en-US" sz="2800" dirty="0"/>
              <a:t>é</a:t>
            </a:r>
            <a:r>
              <a:rPr lang="en-US" altLang="fr-FR" sz="2800" dirty="0"/>
              <a:t>, comme le chiffrement des donn</a:t>
            </a:r>
            <a:r>
              <a:rPr lang="en-US" altLang="en-US" sz="2800" dirty="0"/>
              <a:t>é</a:t>
            </a:r>
            <a:r>
              <a:rPr lang="en-US" altLang="fr-FR" sz="2800" dirty="0"/>
              <a:t>es de session et l'authentification des utilisateurs, pour prot</a:t>
            </a:r>
            <a:r>
              <a:rPr lang="en-US" altLang="en-US" sz="2800" dirty="0"/>
              <a:t>é</a:t>
            </a:r>
            <a:r>
              <a:rPr lang="en-US" altLang="fr-FR" sz="2800" dirty="0"/>
              <a:t>ger les connexions contre les acc</a:t>
            </a:r>
            <a:r>
              <a:rPr lang="en-US" altLang="en-US" sz="2800" dirty="0"/>
              <a:t>è</a:t>
            </a:r>
            <a:r>
              <a:rPr lang="en-US" altLang="fr-FR" sz="2800" dirty="0"/>
              <a:t>s non autoris</a:t>
            </a:r>
            <a:r>
              <a:rPr lang="en-US" altLang="en-US" sz="2800" dirty="0"/>
              <a:t>é</a:t>
            </a:r>
            <a:r>
              <a:rPr lang="en-US" altLang="fr-FR" sz="2800" dirty="0"/>
              <a:t>s et les interceptions.</a:t>
            </a:r>
          </a:p>
        </p:txBody>
      </p:sp>
      <p:pic>
        <p:nvPicPr>
          <p:cNvPr id="2" name="Image 1"/>
          <p:cNvPicPr>
            <a:picLocks noChangeAspect="1"/>
          </p:cNvPicPr>
          <p:nvPr/>
        </p:nvPicPr>
        <p:blipFill>
          <a:blip r:embed="rId3"/>
          <a:srcRect l="5074" t="5297" r="775"/>
          <a:stretch>
            <a:fillRect/>
          </a:stretch>
        </p:blipFill>
        <p:spPr>
          <a:xfrm>
            <a:off x="2205990" y="3644900"/>
            <a:ext cx="8047990" cy="27927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705610" y="404495"/>
            <a:ext cx="6970395" cy="1537970"/>
          </a:xfrm>
          <a:prstGeom prst="rect">
            <a:avLst/>
          </a:prstGeom>
          <a:noFill/>
        </p:spPr>
        <p:txBody>
          <a:bodyPr wrap="square" lIns="91440" tIns="45720" rIns="91440" bIns="45720">
            <a:spAutoFit/>
          </a:bodyPr>
          <a:lstStyle/>
          <a:p>
            <a:pPr algn="l"/>
            <a:r>
              <a:rPr lang="fr-FR"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 A quoi sert le RDP ?</a:t>
            </a: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ct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Rectangle 2"/>
          <p:cNvSpPr/>
          <p:nvPr/>
        </p:nvSpPr>
        <p:spPr>
          <a:xfrm>
            <a:off x="1845945" y="1340485"/>
            <a:ext cx="9381490" cy="1814830"/>
          </a:xfrm>
          <a:prstGeom prst="rect">
            <a:avLst/>
          </a:prstGeom>
        </p:spPr>
        <p:txBody>
          <a:bodyPr wrap="square">
            <a:spAutoFit/>
          </a:bodyPr>
          <a:lstStyle/>
          <a:p>
            <a:r>
              <a:rPr lang="en-US" altLang="fr-FR" sz="2800" dirty="0"/>
              <a:t>Bien que RDP soit un protocole Microsoft, il existe des clients RDP pour diff</a:t>
            </a:r>
            <a:r>
              <a:rPr lang="en-US" altLang="en-US" sz="2800" dirty="0"/>
              <a:t>é</a:t>
            </a:r>
            <a:r>
              <a:rPr lang="en-US" altLang="fr-FR" sz="2800" dirty="0"/>
              <a:t>rents syst</a:t>
            </a:r>
            <a:r>
              <a:rPr lang="en-US" altLang="en-US" sz="2800" dirty="0"/>
              <a:t>è</a:t>
            </a:r>
            <a:r>
              <a:rPr lang="en-US" altLang="fr-FR" sz="2800" dirty="0"/>
              <a:t>mes d'exploitation, y compris Windows, macOS, Linux, iOS et Android, permettant une grande flexibilit</a:t>
            </a:r>
            <a:r>
              <a:rPr lang="en-US" altLang="en-US" sz="2800" dirty="0"/>
              <a:t>é</a:t>
            </a:r>
            <a:r>
              <a:rPr lang="en-US" altLang="fr-FR" sz="2800" dirty="0"/>
              <a:t> d'utilisation.</a:t>
            </a:r>
          </a:p>
        </p:txBody>
      </p:sp>
      <p:pic>
        <p:nvPicPr>
          <p:cNvPr id="5" name="Image 4"/>
          <p:cNvPicPr>
            <a:picLocks noChangeAspect="1"/>
          </p:cNvPicPr>
          <p:nvPr/>
        </p:nvPicPr>
        <p:blipFill>
          <a:blip r:embed="rId3"/>
          <a:stretch>
            <a:fillRect/>
          </a:stretch>
        </p:blipFill>
        <p:spPr>
          <a:xfrm>
            <a:off x="8542655" y="4940935"/>
            <a:ext cx="1437005" cy="1315085"/>
          </a:xfrm>
          <a:prstGeom prst="rect">
            <a:avLst/>
          </a:prstGeom>
        </p:spPr>
      </p:pic>
      <p:pic>
        <p:nvPicPr>
          <p:cNvPr id="6" name="Image 5"/>
          <p:cNvPicPr>
            <a:picLocks noChangeAspect="1"/>
          </p:cNvPicPr>
          <p:nvPr/>
        </p:nvPicPr>
        <p:blipFill>
          <a:blip r:embed="rId4"/>
          <a:stretch>
            <a:fillRect/>
          </a:stretch>
        </p:blipFill>
        <p:spPr>
          <a:xfrm>
            <a:off x="1989455" y="4940935"/>
            <a:ext cx="1301750" cy="1284605"/>
          </a:xfrm>
          <a:prstGeom prst="rect">
            <a:avLst/>
          </a:prstGeom>
        </p:spPr>
      </p:pic>
      <p:pic>
        <p:nvPicPr>
          <p:cNvPr id="7" name="Image 6"/>
          <p:cNvPicPr>
            <a:picLocks noChangeAspect="1"/>
          </p:cNvPicPr>
          <p:nvPr/>
        </p:nvPicPr>
        <p:blipFill>
          <a:blip r:embed="rId5"/>
          <a:stretch>
            <a:fillRect/>
          </a:stretch>
        </p:blipFill>
        <p:spPr>
          <a:xfrm>
            <a:off x="4582160" y="3429000"/>
            <a:ext cx="2350770" cy="10382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601470" y="404495"/>
            <a:ext cx="7054850" cy="1322070"/>
          </a:xfrm>
          <a:prstGeom prst="rect">
            <a:avLst/>
          </a:prstGeom>
          <a:noFill/>
        </p:spPr>
        <p:txBody>
          <a:bodyPr wrap="square" lIns="91440" tIns="45720" rIns="91440" bIns="45720">
            <a:spAutoFit/>
          </a:bodyPr>
          <a:lstStyle/>
          <a:p>
            <a:pPr algn="l"/>
            <a:r>
              <a:rPr lang="en-US" alt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02 - A quoi sert le RDP ?</a:t>
            </a: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ct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Rectangle 2"/>
          <p:cNvSpPr/>
          <p:nvPr/>
        </p:nvSpPr>
        <p:spPr>
          <a:xfrm>
            <a:off x="1845945" y="1340485"/>
            <a:ext cx="9381490" cy="2245360"/>
          </a:xfrm>
          <a:prstGeom prst="rect">
            <a:avLst/>
          </a:prstGeom>
        </p:spPr>
        <p:txBody>
          <a:bodyPr wrap="square">
            <a:spAutoFit/>
          </a:bodyPr>
          <a:lstStyle/>
          <a:p>
            <a:r>
              <a:rPr sz="2800">
                <a:sym typeface="+mn-ea"/>
              </a:rPr>
              <a:t>Le protocole utilise par défaut le port TCP 3389 et peut prendre en charge plusieurs sessions simultanées, la redirection des périphériques locaux comme les imprimantes et les lecteurs, le partage du presse-papiers, et la redirection audio et vidéo.</a:t>
            </a:r>
            <a:endParaRPr sz="2800"/>
          </a:p>
          <a:p>
            <a:endParaRPr lang="en-US" altLang="fr-FR" sz="2800" dirty="0"/>
          </a:p>
        </p:txBody>
      </p:sp>
      <p:pic>
        <p:nvPicPr>
          <p:cNvPr id="2" name="Image 1"/>
          <p:cNvPicPr>
            <a:picLocks noChangeAspect="1"/>
          </p:cNvPicPr>
          <p:nvPr/>
        </p:nvPicPr>
        <p:blipFill>
          <a:blip r:embed="rId3"/>
          <a:stretch>
            <a:fillRect/>
          </a:stretch>
        </p:blipFill>
        <p:spPr>
          <a:xfrm>
            <a:off x="5085715" y="3789045"/>
            <a:ext cx="1447800" cy="1436370"/>
          </a:xfrm>
          <a:prstGeom prst="rect">
            <a:avLst/>
          </a:prstGeom>
        </p:spPr>
      </p:pic>
      <p:pic>
        <p:nvPicPr>
          <p:cNvPr id="5" name="Image 4"/>
          <p:cNvPicPr>
            <a:picLocks noChangeAspect="1"/>
          </p:cNvPicPr>
          <p:nvPr/>
        </p:nvPicPr>
        <p:blipFill>
          <a:blip r:embed="rId4"/>
          <a:stretch>
            <a:fillRect/>
          </a:stretch>
        </p:blipFill>
        <p:spPr>
          <a:xfrm>
            <a:off x="2068195" y="4796790"/>
            <a:ext cx="1574800" cy="1466850"/>
          </a:xfrm>
          <a:prstGeom prst="rect">
            <a:avLst/>
          </a:prstGeom>
        </p:spPr>
      </p:pic>
      <p:pic>
        <p:nvPicPr>
          <p:cNvPr id="6" name="Image 5"/>
          <p:cNvPicPr>
            <a:picLocks noChangeAspect="1"/>
          </p:cNvPicPr>
          <p:nvPr/>
        </p:nvPicPr>
        <p:blipFill>
          <a:blip r:embed="rId5"/>
          <a:stretch>
            <a:fillRect/>
          </a:stretch>
        </p:blipFill>
        <p:spPr>
          <a:xfrm>
            <a:off x="8686800" y="4796790"/>
            <a:ext cx="1492885" cy="14674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1441450" y="1700530"/>
            <a:ext cx="9305925" cy="4370705"/>
          </a:xfrm>
          <a:prstGeom prst="rect">
            <a:avLst/>
          </a:prstGeom>
        </p:spPr>
      </p:pic>
      <p:sp>
        <p:nvSpPr>
          <p:cNvPr id="2" name="Zone de texte 1"/>
          <p:cNvSpPr txBox="1"/>
          <p:nvPr/>
        </p:nvSpPr>
        <p:spPr>
          <a:xfrm>
            <a:off x="909955" y="332740"/>
            <a:ext cx="9947275" cy="706755"/>
          </a:xfrm>
          <a:prstGeom prst="rect">
            <a:avLst/>
          </a:prstGeom>
          <a:noFill/>
        </p:spPr>
        <p:txBody>
          <a:bodyPr wrap="square" rtlCol="0" anchor="t">
            <a:spAutoFit/>
          </a:bodyPr>
          <a:lstStyle/>
          <a:p>
            <a:pPr algn="l"/>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03.</a:t>
            </a:r>
            <a:r>
              <a:rPr 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Installation et configurationdu RDP</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fr-FR"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A-Activer le RDP sur Windows Server 2019</a:t>
            </a:r>
            <a:endParaRPr lang="fr-FR" altLang="en-US" sz="4000"/>
          </a:p>
        </p:txBody>
      </p:sp>
      <p:pic>
        <p:nvPicPr>
          <p:cNvPr id="3" name="Image 2"/>
          <p:cNvPicPr>
            <a:picLocks noChangeAspect="1"/>
          </p:cNvPicPr>
          <p:nvPr/>
        </p:nvPicPr>
        <p:blipFill>
          <a:blip r:embed="rId2"/>
          <a:stretch>
            <a:fillRect/>
          </a:stretch>
        </p:blipFill>
        <p:spPr>
          <a:xfrm>
            <a:off x="1413510" y="1548130"/>
            <a:ext cx="4122420" cy="4686300"/>
          </a:xfrm>
          <a:prstGeom prst="rect">
            <a:avLst/>
          </a:prstGeom>
        </p:spPr>
      </p:pic>
      <p:pic>
        <p:nvPicPr>
          <p:cNvPr id="4" name="Image 3"/>
          <p:cNvPicPr>
            <a:picLocks noChangeAspect="1"/>
          </p:cNvPicPr>
          <p:nvPr/>
        </p:nvPicPr>
        <p:blipFill>
          <a:blip r:embed="rId3"/>
          <a:stretch>
            <a:fillRect/>
          </a:stretch>
        </p:blipFill>
        <p:spPr>
          <a:xfrm>
            <a:off x="6802755" y="1548130"/>
            <a:ext cx="3956050" cy="4686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B.Ajouter un utilisateur autoris</a:t>
            </a:r>
            <a:r>
              <a:rPr lang="en-US" altLang="en-US"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é</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au RDP</a:t>
            </a:r>
          </a:p>
        </p:txBody>
      </p:sp>
      <p:pic>
        <p:nvPicPr>
          <p:cNvPr id="3" name="Image 2"/>
          <p:cNvPicPr>
            <a:picLocks noChangeAspect="1"/>
          </p:cNvPicPr>
          <p:nvPr/>
        </p:nvPicPr>
        <p:blipFill>
          <a:blip r:embed="rId2"/>
          <a:stretch>
            <a:fillRect/>
          </a:stretch>
        </p:blipFill>
        <p:spPr>
          <a:xfrm>
            <a:off x="1414145" y="1556385"/>
            <a:ext cx="4305935" cy="4681855"/>
          </a:xfrm>
          <a:prstGeom prst="rect">
            <a:avLst/>
          </a:prstGeom>
        </p:spPr>
      </p:pic>
      <p:pic>
        <p:nvPicPr>
          <p:cNvPr id="4" name="Image 3"/>
          <p:cNvPicPr>
            <a:picLocks noChangeAspect="1"/>
          </p:cNvPicPr>
          <p:nvPr/>
        </p:nvPicPr>
        <p:blipFill>
          <a:blip r:embed="rId3"/>
          <a:stretch>
            <a:fillRect/>
          </a:stretch>
        </p:blipFill>
        <p:spPr>
          <a:xfrm>
            <a:off x="6563995" y="1567180"/>
            <a:ext cx="4239895" cy="46716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a:off x="1341755" y="1209675"/>
            <a:ext cx="4042410" cy="5050790"/>
          </a:xfrm>
          <a:prstGeom prst="rect">
            <a:avLst/>
          </a:prstGeom>
        </p:spPr>
      </p:pic>
      <p:pic>
        <p:nvPicPr>
          <p:cNvPr id="5" name="Image 4"/>
          <p:cNvPicPr>
            <a:picLocks noChangeAspect="1"/>
          </p:cNvPicPr>
          <p:nvPr/>
        </p:nvPicPr>
        <p:blipFill>
          <a:blip r:embed="rId4"/>
          <a:stretch>
            <a:fillRect/>
          </a:stretch>
        </p:blipFill>
        <p:spPr>
          <a:xfrm>
            <a:off x="6467475" y="1209675"/>
            <a:ext cx="4122420" cy="5050790"/>
          </a:xfrm>
          <a:prstGeom prst="rect">
            <a:avLst/>
          </a:prstGeom>
        </p:spPr>
      </p:pic>
      <p:sp>
        <p:nvSpPr>
          <p:cNvPr id="2" name="Zone de texte 1"/>
          <p:cNvSpPr txBox="1"/>
          <p:nvPr/>
        </p:nvSpPr>
        <p:spPr>
          <a:xfrm>
            <a:off x="1054100" y="332740"/>
            <a:ext cx="9378315" cy="805180"/>
          </a:xfrm>
          <a:prstGeom prst="rect">
            <a:avLst/>
          </a:prstGeom>
          <a:noFill/>
        </p:spPr>
        <p:txBody>
          <a:bodyPr wrap="square" rtlCol="0" anchor="t">
            <a:noAutofit/>
          </a:bodyPr>
          <a:lstStyle/>
          <a:p>
            <a:r>
              <a:rPr lang="en-US" altLang="fr-FR"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B.Ajouter un utilisateur autoris</a:t>
            </a:r>
            <a:r>
              <a:rPr lang="en-US" altLang="en-US"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é</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au RDP</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85900" y="404788"/>
            <a:ext cx="8761518" cy="922020"/>
          </a:xfrm>
          <a:prstGeom prst="rect">
            <a:avLst/>
          </a:prstGeom>
          <a:noFill/>
        </p:spPr>
        <p:txBody>
          <a:bodyPr wrap="square" lIns="91440" tIns="45720" rIns="91440" bIns="45720">
            <a:spAutoFit/>
          </a:bodyPr>
          <a:lstStyle/>
          <a:p>
            <a:pPr algn="l"/>
            <a:r>
              <a:rPr lang="en-US" altLang="fr-FR" sz="54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a:t>
            </a:r>
            <a:r>
              <a:rPr lang="en-US" alt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V</a:t>
            </a:r>
            <a:r>
              <a:rPr lang="en-US" altLang="en-US"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é</a:t>
            </a:r>
            <a:r>
              <a:rPr lang="en-US" altLang="fr-FR" sz="40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rifier le Firewall </a:t>
            </a:r>
          </a:p>
        </p:txBody>
      </p:sp>
      <p:pic>
        <p:nvPicPr>
          <p:cNvPr id="2" name="Image 1"/>
          <p:cNvPicPr>
            <a:picLocks noChangeAspect="1"/>
          </p:cNvPicPr>
          <p:nvPr/>
        </p:nvPicPr>
        <p:blipFill>
          <a:blip r:embed="rId3"/>
          <a:srcRect t="7476" r="350"/>
          <a:stretch>
            <a:fillRect/>
          </a:stretch>
        </p:blipFill>
        <p:spPr>
          <a:xfrm>
            <a:off x="1413510" y="1700530"/>
            <a:ext cx="9577070" cy="46050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9200" y="274320"/>
            <a:ext cx="10360660" cy="1095375"/>
          </a:xfrm>
        </p:spPr>
        <p:txBody>
          <a:bodyPr>
            <a:normAutofit/>
          </a:bodyPr>
          <a:lstStyle/>
          <a:p>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D.V</a:t>
            </a:r>
            <a:r>
              <a:rPr lang="en-US" altLang="en-US"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é</a:t>
            </a:r>
            <a:r>
              <a:rPr lang="en-US" alt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rifier l’adresse IP du serveur</a:t>
            </a:r>
            <a:endParaRPr lang="en-US" altLang="fr-FR" sz="4000"/>
          </a:p>
        </p:txBody>
      </p:sp>
      <p:pic>
        <p:nvPicPr>
          <p:cNvPr id="3" name="Image 2"/>
          <p:cNvPicPr>
            <a:picLocks noChangeAspect="1"/>
          </p:cNvPicPr>
          <p:nvPr/>
        </p:nvPicPr>
        <p:blipFill>
          <a:blip r:embed="rId2"/>
          <a:stretch>
            <a:fillRect/>
          </a:stretch>
        </p:blipFill>
        <p:spPr>
          <a:xfrm>
            <a:off x="1430655" y="1974215"/>
            <a:ext cx="9489440" cy="39509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85900" y="620395"/>
            <a:ext cx="9918065" cy="706755"/>
          </a:xfrm>
          <a:prstGeom prst="rect">
            <a:avLst/>
          </a:prstGeom>
          <a:noFill/>
        </p:spPr>
        <p:txBody>
          <a:bodyPr wrap="square" lIns="91440" tIns="45720" rIns="91440" bIns="45720">
            <a:spAutoFit/>
          </a:bodyPr>
          <a:lstStyle/>
          <a:p>
            <a:pPr algn="ctr"/>
            <a:r>
              <a:rPr lang="en-US" alt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E.Tester le RDP depuis Windows 10 (Client)</a:t>
            </a:r>
          </a:p>
        </p:txBody>
      </p:sp>
      <p:pic>
        <p:nvPicPr>
          <p:cNvPr id="3" name="Image 2"/>
          <p:cNvPicPr>
            <a:picLocks noChangeAspect="1"/>
          </p:cNvPicPr>
          <p:nvPr/>
        </p:nvPicPr>
        <p:blipFill>
          <a:blip r:embed="rId3"/>
          <a:stretch>
            <a:fillRect/>
          </a:stretch>
        </p:blipFill>
        <p:spPr>
          <a:xfrm>
            <a:off x="1557655" y="2249805"/>
            <a:ext cx="3967480" cy="2700655"/>
          </a:xfrm>
          <a:prstGeom prst="rect">
            <a:avLst/>
          </a:prstGeom>
        </p:spPr>
      </p:pic>
      <p:pic>
        <p:nvPicPr>
          <p:cNvPr id="4" name="Image 3"/>
          <p:cNvPicPr>
            <a:picLocks noChangeAspect="1"/>
          </p:cNvPicPr>
          <p:nvPr/>
        </p:nvPicPr>
        <p:blipFill>
          <a:blip r:embed="rId4"/>
          <a:stretch>
            <a:fillRect/>
          </a:stretch>
        </p:blipFill>
        <p:spPr>
          <a:xfrm>
            <a:off x="6670040" y="2249805"/>
            <a:ext cx="4286250" cy="4511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US" altLang="fr-FR"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E.Tester le RDP depuis Windows 10 (Client)</a:t>
            </a:r>
            <a:endParaRPr lang="fr-FR" altLang="en-US" sz="4000"/>
          </a:p>
        </p:txBody>
      </p:sp>
      <p:pic>
        <p:nvPicPr>
          <p:cNvPr id="3" name="Image 2"/>
          <p:cNvPicPr>
            <a:picLocks noChangeAspect="1"/>
          </p:cNvPicPr>
          <p:nvPr/>
        </p:nvPicPr>
        <p:blipFill>
          <a:blip r:embed="rId2"/>
          <a:stretch>
            <a:fillRect/>
          </a:stretch>
        </p:blipFill>
        <p:spPr>
          <a:xfrm>
            <a:off x="1485900" y="1628775"/>
            <a:ext cx="4324350" cy="4728210"/>
          </a:xfrm>
          <a:prstGeom prst="rect">
            <a:avLst/>
          </a:prstGeom>
        </p:spPr>
      </p:pic>
      <p:pic>
        <p:nvPicPr>
          <p:cNvPr id="4" name="Image 3"/>
          <p:cNvPicPr>
            <a:picLocks noChangeAspect="1"/>
          </p:cNvPicPr>
          <p:nvPr/>
        </p:nvPicPr>
        <p:blipFill>
          <a:blip r:embed="rId3"/>
          <a:stretch>
            <a:fillRect/>
          </a:stretch>
        </p:blipFill>
        <p:spPr>
          <a:xfrm>
            <a:off x="6958330" y="1628775"/>
            <a:ext cx="4173855" cy="47282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US" altLang="fr-FR"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Connexion RDP reussie</a:t>
            </a:r>
            <a:r>
              <a:rPr lang="en-US" altLang="fr-FR"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t>
            </a:r>
            <a:endParaRPr lang="en-US" altLang="fr-FR"/>
          </a:p>
        </p:txBody>
      </p:sp>
      <p:pic>
        <p:nvPicPr>
          <p:cNvPr id="3" name="Image 2"/>
          <p:cNvPicPr>
            <a:picLocks noChangeAspect="1"/>
          </p:cNvPicPr>
          <p:nvPr/>
        </p:nvPicPr>
        <p:blipFill>
          <a:blip r:embed="rId2"/>
          <a:stretch>
            <a:fillRect/>
          </a:stretch>
        </p:blipFill>
        <p:spPr>
          <a:xfrm>
            <a:off x="1718310" y="1498600"/>
            <a:ext cx="8751570" cy="4851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85900" y="620688"/>
            <a:ext cx="8761518" cy="706755"/>
          </a:xfrm>
          <a:prstGeom prst="rect">
            <a:avLst/>
          </a:prstGeom>
          <a:noFill/>
        </p:spPr>
        <p:txBody>
          <a:bodyPr wrap="square" lIns="91440" tIns="45720" rIns="91440" bIns="45720">
            <a:spAutoFit/>
          </a:bodyPr>
          <a:lstStyle/>
          <a:p>
            <a:pPr algn="ctr"/>
            <a:r>
              <a:rPr lang="fr-FR" sz="4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Comparaison OpenSSL vs RDP</a:t>
            </a:r>
            <a:endParaRPr lang="fr-FR"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graphicFrame>
        <p:nvGraphicFramePr>
          <p:cNvPr id="2" name="Tableau 1"/>
          <p:cNvGraphicFramePr>
            <a:graphicFrameLocks noGrp="1"/>
          </p:cNvGraphicFramePr>
          <p:nvPr>
            <p:custDataLst>
              <p:tags r:id="rId1"/>
            </p:custDataLst>
          </p:nvPr>
        </p:nvGraphicFramePr>
        <p:xfrm>
          <a:off x="1371600" y="1692910"/>
          <a:ext cx="10153015" cy="4356100"/>
        </p:xfrm>
        <a:graphic>
          <a:graphicData uri="http://schemas.openxmlformats.org/drawingml/2006/table">
            <a:tbl>
              <a:tblPr firstRow="1" bandRow="1">
                <a:tableStyleId>{5C22544A-7EE6-4342-B048-85BDC9FD1C3A}</a:tableStyleId>
              </a:tblPr>
              <a:tblGrid>
                <a:gridCol w="3384550"/>
                <a:gridCol w="3383915"/>
                <a:gridCol w="3384550"/>
              </a:tblGrid>
              <a:tr h="880110">
                <a:tc>
                  <a:txBody>
                    <a:bodyPr/>
                    <a:lstStyle/>
                    <a:p>
                      <a:pPr algn="ctr"/>
                      <a:r>
                        <a:rPr lang="fr-FR" sz="3200" dirty="0" smtClean="0"/>
                        <a:t>Critères</a:t>
                      </a:r>
                      <a:endParaRPr lang="fr-FR" sz="3200" dirty="0"/>
                    </a:p>
                  </a:txBody>
                  <a:tcPr/>
                </a:tc>
                <a:tc>
                  <a:txBody>
                    <a:bodyPr/>
                    <a:lstStyle/>
                    <a:p>
                      <a:pPr algn="ctr"/>
                      <a:r>
                        <a:rPr lang="fr-FR" sz="3200" dirty="0" smtClean="0"/>
                        <a:t>OpenSSH</a:t>
                      </a:r>
                      <a:endParaRPr lang="fr-FR" sz="3200" dirty="0"/>
                    </a:p>
                  </a:txBody>
                  <a:tcPr/>
                </a:tc>
                <a:tc>
                  <a:txBody>
                    <a:bodyPr/>
                    <a:lstStyle/>
                    <a:p>
                      <a:pPr algn="ctr"/>
                      <a:r>
                        <a:rPr lang="fr-FR" sz="3200" dirty="0" smtClean="0"/>
                        <a:t>RDP</a:t>
                      </a:r>
                      <a:endParaRPr lang="fr-FR" sz="3200" dirty="0"/>
                    </a:p>
                  </a:txBody>
                  <a:tcPr/>
                </a:tc>
              </a:tr>
              <a:tr h="695325">
                <a:tc>
                  <a:txBody>
                    <a:bodyPr/>
                    <a:lstStyle/>
                    <a:p>
                      <a:r>
                        <a:rPr lang="fr-FR" dirty="0" smtClean="0"/>
                        <a:t>Type </a:t>
                      </a:r>
                      <a:endParaRPr lang="fr-FR" dirty="0"/>
                    </a:p>
                  </a:txBody>
                  <a:tcPr/>
                </a:tc>
                <a:tc>
                  <a:txBody>
                    <a:bodyPr/>
                    <a:lstStyle/>
                    <a:p>
                      <a:r>
                        <a:rPr lang="fr-FR" dirty="0" smtClean="0"/>
                        <a:t>Ligne de commande</a:t>
                      </a:r>
                      <a:endParaRPr lang="fr-FR" dirty="0"/>
                    </a:p>
                  </a:txBody>
                  <a:tcPr/>
                </a:tc>
                <a:tc>
                  <a:txBody>
                    <a:bodyPr/>
                    <a:lstStyle/>
                    <a:p>
                      <a:r>
                        <a:rPr lang="fr-FR" dirty="0" smtClean="0"/>
                        <a:t>Interface graphique</a:t>
                      </a:r>
                      <a:endParaRPr lang="fr-FR" dirty="0"/>
                    </a:p>
                  </a:txBody>
                  <a:tcPr/>
                </a:tc>
              </a:tr>
              <a:tr h="695325">
                <a:tc>
                  <a:txBody>
                    <a:bodyPr/>
                    <a:lstStyle/>
                    <a:p>
                      <a:r>
                        <a:rPr lang="fr-FR" dirty="0" smtClean="0"/>
                        <a:t>Port</a:t>
                      </a:r>
                      <a:endParaRPr lang="fr-FR" dirty="0"/>
                    </a:p>
                  </a:txBody>
                  <a:tcPr/>
                </a:tc>
                <a:tc>
                  <a:txBody>
                    <a:bodyPr/>
                    <a:lstStyle/>
                    <a:p>
                      <a:r>
                        <a:rPr lang="fr-FR" dirty="0" smtClean="0"/>
                        <a:t>22</a:t>
                      </a:r>
                      <a:endParaRPr lang="fr-FR" dirty="0"/>
                    </a:p>
                  </a:txBody>
                  <a:tcPr/>
                </a:tc>
                <a:tc>
                  <a:txBody>
                    <a:bodyPr/>
                    <a:lstStyle/>
                    <a:p>
                      <a:r>
                        <a:rPr lang="fr-FR" dirty="0" smtClean="0"/>
                        <a:t>3389</a:t>
                      </a:r>
                      <a:endParaRPr lang="fr-FR" dirty="0"/>
                    </a:p>
                  </a:txBody>
                  <a:tcPr/>
                </a:tc>
              </a:tr>
              <a:tr h="695325">
                <a:tc>
                  <a:txBody>
                    <a:bodyPr/>
                    <a:lstStyle/>
                    <a:p>
                      <a:r>
                        <a:rPr lang="fr-FR" dirty="0" smtClean="0"/>
                        <a:t>Sécurité </a:t>
                      </a:r>
                      <a:endParaRPr lang="fr-FR" dirty="0"/>
                    </a:p>
                  </a:txBody>
                  <a:tcPr/>
                </a:tc>
                <a:tc>
                  <a:txBody>
                    <a:bodyPr/>
                    <a:lstStyle/>
                    <a:p>
                      <a:r>
                        <a:rPr lang="fr-FR" dirty="0" smtClean="0"/>
                        <a:t>Très élevée </a:t>
                      </a:r>
                      <a:endParaRPr lang="fr-FR" dirty="0"/>
                    </a:p>
                  </a:txBody>
                  <a:tcPr/>
                </a:tc>
                <a:tc>
                  <a:txBody>
                    <a:bodyPr/>
                    <a:lstStyle/>
                    <a:p>
                      <a:r>
                        <a:rPr lang="fr-FR" dirty="0" smtClean="0"/>
                        <a:t>Élevée (</a:t>
                      </a:r>
                      <a:r>
                        <a:rPr lang="fr-FR" baseline="0" dirty="0" smtClean="0"/>
                        <a:t> avec NLA)</a:t>
                      </a:r>
                      <a:endParaRPr lang="fr-FR" dirty="0"/>
                    </a:p>
                  </a:txBody>
                  <a:tcPr/>
                </a:tc>
              </a:tr>
              <a:tr h="694690">
                <a:tc>
                  <a:txBody>
                    <a:bodyPr/>
                    <a:lstStyle/>
                    <a:p>
                      <a:r>
                        <a:rPr lang="fr-FR" dirty="0" smtClean="0"/>
                        <a:t>Consommation réseau</a:t>
                      </a:r>
                      <a:endParaRPr lang="fr-FR" dirty="0"/>
                    </a:p>
                  </a:txBody>
                  <a:tcPr/>
                </a:tc>
                <a:tc>
                  <a:txBody>
                    <a:bodyPr/>
                    <a:lstStyle/>
                    <a:p>
                      <a:r>
                        <a:rPr lang="fr-FR" dirty="0" smtClean="0"/>
                        <a:t>Faible</a:t>
                      </a:r>
                      <a:endParaRPr lang="fr-FR" dirty="0"/>
                    </a:p>
                  </a:txBody>
                  <a:tcPr/>
                </a:tc>
                <a:tc>
                  <a:txBody>
                    <a:bodyPr/>
                    <a:lstStyle/>
                    <a:p>
                      <a:r>
                        <a:rPr lang="fr-FR" dirty="0" smtClean="0"/>
                        <a:t>Plus élevée</a:t>
                      </a:r>
                      <a:endParaRPr lang="fr-FR" dirty="0"/>
                    </a:p>
                  </a:txBody>
                  <a:tcPr/>
                </a:tc>
              </a:tr>
              <a:tr h="695325">
                <a:tc>
                  <a:txBody>
                    <a:bodyPr/>
                    <a:lstStyle/>
                    <a:p>
                      <a:r>
                        <a:rPr lang="fr-FR" dirty="0" smtClean="0"/>
                        <a:t>Usage</a:t>
                      </a:r>
                      <a:endParaRPr lang="fr-FR" dirty="0"/>
                    </a:p>
                  </a:txBody>
                  <a:tcPr/>
                </a:tc>
                <a:tc>
                  <a:txBody>
                    <a:bodyPr/>
                    <a:lstStyle/>
                    <a:p>
                      <a:r>
                        <a:rPr lang="fr-FR" dirty="0" smtClean="0"/>
                        <a:t>Admin technique </a:t>
                      </a:r>
                      <a:endParaRPr lang="fr-FR" dirty="0"/>
                    </a:p>
                  </a:txBody>
                  <a:tcPr/>
                </a:tc>
                <a:tc>
                  <a:txBody>
                    <a:bodyPr/>
                    <a:lstStyle/>
                    <a:p>
                      <a:r>
                        <a:rPr lang="fr-FR" dirty="0" smtClean="0"/>
                        <a:t>Admin visuelle</a:t>
                      </a:r>
                      <a:endParaRPr lang="fr-FR" dirty="0"/>
                    </a:p>
                  </a:txBody>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85900" y="620688"/>
            <a:ext cx="8761518" cy="923330"/>
          </a:xfrm>
          <a:prstGeom prst="rect">
            <a:avLst/>
          </a:prstGeom>
          <a:noFill/>
        </p:spPr>
        <p:txBody>
          <a:bodyPr wrap="square" lIns="91440" tIns="45720" rIns="91440" bIns="45720">
            <a:spAutoFit/>
          </a:bodyPr>
          <a:lstStyle/>
          <a:p>
            <a:pPr algn="ctr"/>
            <a:r>
              <a:rPr lang="fr-FR" sz="54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Conclusion</a:t>
            </a:r>
            <a:endParaRPr lang="fr-FR"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2" name="Rectangle 1"/>
          <p:cNvSpPr/>
          <p:nvPr/>
        </p:nvSpPr>
        <p:spPr>
          <a:xfrm>
            <a:off x="1125860" y="2276872"/>
            <a:ext cx="9937104" cy="2245360"/>
          </a:xfrm>
          <a:prstGeom prst="rect">
            <a:avLst/>
          </a:prstGeom>
        </p:spPr>
        <p:txBody>
          <a:bodyPr wrap="square">
            <a:spAutoFit/>
          </a:bodyPr>
          <a:lstStyle/>
          <a:p>
            <a:r>
              <a:rPr lang="fr-FR" sz="2800" dirty="0"/>
              <a:t>La mise en place des services </a:t>
            </a:r>
            <a:r>
              <a:rPr lang="fr-FR" sz="2800" dirty="0" smtClean="0"/>
              <a:t>de contrôle OpenSSH </a:t>
            </a:r>
            <a:r>
              <a:rPr lang="fr-FR" sz="2800" dirty="0"/>
              <a:t>et </a:t>
            </a:r>
            <a:r>
              <a:rPr lang="fr-FR" sz="2800" dirty="0" smtClean="0"/>
              <a:t>RDP permet </a:t>
            </a:r>
            <a:r>
              <a:rPr lang="fr-FR" sz="2800" dirty="0"/>
              <a:t>une </a:t>
            </a:r>
            <a:r>
              <a:rPr lang="fr-FR" sz="2800" dirty="0" smtClean="0"/>
              <a:t>administration </a:t>
            </a:r>
            <a:r>
              <a:rPr lang="fr-FR" sz="2800" dirty="0"/>
              <a:t>distante sécurisée et </a:t>
            </a:r>
            <a:r>
              <a:rPr lang="fr-FR" sz="2800" dirty="0" smtClean="0"/>
              <a:t>efficace :</a:t>
            </a:r>
            <a:endParaRPr lang="fr-FR" sz="2800" dirty="0"/>
          </a:p>
          <a:p>
            <a:pPr marL="457200" indent="-457200">
              <a:buClr>
                <a:srgbClr val="00B0F0"/>
              </a:buClr>
              <a:buFont typeface="Wingdings" panose="05000000000000000000" charset="0"/>
              <a:buChar char="§"/>
            </a:pPr>
            <a:r>
              <a:rPr lang="fr-FR" sz="2800" dirty="0" smtClean="0"/>
              <a:t>OpenSSH </a:t>
            </a:r>
            <a:r>
              <a:rPr lang="fr-FR" sz="2800" dirty="0"/>
              <a:t>est idéal pour l’automatisation et la gestion avancée.</a:t>
            </a:r>
          </a:p>
          <a:p>
            <a:pPr marL="457200" indent="-457200">
              <a:buClr>
                <a:srgbClr val="00B0F0"/>
              </a:buClr>
              <a:buFont typeface="Wingdings" panose="05000000000000000000" charset="0"/>
              <a:buChar char="§"/>
            </a:pPr>
            <a:r>
              <a:rPr lang="fr-FR" sz="2800" dirty="0" smtClean="0"/>
              <a:t>RDP </a:t>
            </a:r>
            <a:r>
              <a:rPr lang="fr-FR" sz="2800" dirty="0"/>
              <a:t>est plus adapté à la gestion graphique quotidienne</a:t>
            </a:r>
            <a:r>
              <a:rPr lang="fr-FR" sz="2800" dirty="0" smtClean="0"/>
              <a:t>.</a:t>
            </a:r>
          </a:p>
          <a:p>
            <a:pPr marL="457200" indent="-457200">
              <a:buFont typeface="Wingdings" panose="05000000000000000000" charset="0"/>
              <a:buChar char="§"/>
            </a:pPr>
            <a:endParaRPr lang="fr-FR" sz="2800" b="1" dirty="0">
              <a:solidFill>
                <a:schemeClr val="accent3">
                  <a:lumMod val="40000"/>
                  <a:lumOff val="60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9200" y="2613025"/>
            <a:ext cx="10360660" cy="1645920"/>
          </a:xfrm>
        </p:spPr>
        <p:txBody>
          <a:bodyPr/>
          <a:lstStyle/>
          <a:p>
            <a:pPr algn="ctr"/>
            <a:r>
              <a:rPr lang="fr-FR"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 </a:t>
            </a:r>
            <a:r>
              <a:rPr lang="en-US"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Black" panose="020B0A04020102020204" charset="0"/>
                <a:cs typeface="Arial Black" panose="020B0A04020102020204" charset="0"/>
                <a:sym typeface="+mn-ea"/>
              </a:rPr>
              <a:t>MERCI POUR VOTRE ATTENTION</a:t>
            </a:r>
            <a:endParaRPr lang="en-US" altLang="en-US"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Black" panose="020B0A04020102020204" charset="0"/>
              <a:cs typeface="Arial Black" panose="020B0A04020102020204" charset="0"/>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99*323"/>
  <p:tag name="TABLE_ENDDRAG_RECT" val="108*133*799*323"/>
</p:tagLst>
</file>

<file path=ppt/theme/theme1.xml><?xml version="1.0" encoding="utf-8"?>
<a:theme xmlns:a="http://schemas.openxmlformats.org/drawingml/2006/main" name="Technologie 16: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datastoreItem>
</file>

<file path=customXml/itemProps2.xml><?xml version="1.0" encoding="utf-8"?>
<ds:datastoreItem xmlns:ds="http://schemas.openxmlformats.org/officeDocument/2006/customXml" ds:itemID="{60C67BEE-D13F-4BD2-98A5-34D8A0977F68}">
  <ds:schemaRefs/>
</ds:datastoreItem>
</file>

<file path=customXml/itemProps3.xml><?xml version="1.0" encoding="utf-8"?>
<ds:datastoreItem xmlns:ds="http://schemas.openxmlformats.org/officeDocument/2006/customXml" ds:itemID="{A09BF4D4-EF60-4196-BFC3-9462D607978C}">
  <ds:schemaRefs/>
</ds:datastoreItem>
</file>

<file path=docProps/app.xml><?xml version="1.0" encoding="utf-8"?>
<Properties xmlns="http://schemas.openxmlformats.org/officeDocument/2006/extended-properties" xmlns:vt="http://schemas.openxmlformats.org/officeDocument/2006/docPropsVTypes">
  <Template>Présentation Circuit à trois lignes (grand écran)</Template>
  <TotalTime>1057</TotalTime>
  <Words>911</Words>
  <Application>Microsoft Office PowerPoint</Application>
  <PresentationFormat>Personnalisé</PresentationFormat>
  <Paragraphs>124</Paragraphs>
  <Slides>39</Slides>
  <Notes>27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39</vt:i4>
      </vt:variant>
    </vt:vector>
  </HeadingPairs>
  <TitlesOfParts>
    <vt:vector size="46" baseType="lpstr">
      <vt:lpstr>Arial</vt:lpstr>
      <vt:lpstr>Arial Black</vt:lpstr>
      <vt:lpstr>Calibri</vt:lpstr>
      <vt:lpstr>Comic Sans MS</vt:lpstr>
      <vt:lpstr>Times New Roman</vt:lpstr>
      <vt:lpstr>Wingdings</vt:lpstr>
      <vt:lpstr>Technologie 16:9</vt:lpstr>
      <vt:lpstr> Mise en place des services de controle à distance Open SSH&amp;RDP</vt:lpstr>
      <vt:lpstr>Présentation PowerPoint</vt:lpstr>
      <vt:lpstr> Introduction </vt:lpstr>
      <vt:lpstr>I- Presentation du services Openssh</vt:lpstr>
      <vt:lpstr> 01-Fonctionement du protocole SSH</vt:lpstr>
      <vt:lpstr>02 - A quoi sert le openSSH ? </vt:lpstr>
      <vt:lpstr>02 -A quoi sert le openSSH ? </vt:lpstr>
      <vt:lpstr>02 - A quoi sert le openSSH ?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A-Activer le RDP sur Windows Server 2019</vt:lpstr>
      <vt:lpstr> B.Ajouter un utilisateur autorisé au RDP</vt:lpstr>
      <vt:lpstr>Présentation PowerPoint</vt:lpstr>
      <vt:lpstr>Présentation PowerPoint</vt:lpstr>
      <vt:lpstr>D.Vérifier l’adresse IP du serveur</vt:lpstr>
      <vt:lpstr>Présentation PowerPoint</vt:lpstr>
      <vt:lpstr>E.Tester le RDP depuis Windows 10 (Client)</vt:lpstr>
      <vt:lpstr>Connexion RDP reussie </vt:lpstr>
      <vt:lpstr>Présentation PowerPoint</vt:lpstr>
      <vt:lpstr>Présentation PowerPoint</vt:lpstr>
      <vt:lpstr> MERCI POUR VOTRE ATTENTION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Mise en place des services de contrôle à distance OpenSSH &amp; RDP</dc:title>
  <dc:creator>Compte Microsoft</dc:creator>
  <cp:lastModifiedBy>Compte Microsoft</cp:lastModifiedBy>
  <cp:revision>33</cp:revision>
  <dcterms:created xsi:type="dcterms:W3CDTF">2026-01-01T18:58:00Z</dcterms:created>
  <dcterms:modified xsi:type="dcterms:W3CDTF">2026-02-09T09:14:07Z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y fmtid="{D5CDD505-2E9C-101B-9397-08002B2CF9AE}" pid="8" name="ICV">
    <vt:lpwstr>42DD4BD0249C45719D140EF4D086127A_13</vt:lpwstr>
  </property>
  <property fmtid="{D5CDD505-2E9C-101B-9397-08002B2CF9AE}" pid="9" name="KSOProductBuildVer">
    <vt:lpwstr>1036-12.2.0.23196</vt:lpwstr>
  </property>
</Properties>
</file>